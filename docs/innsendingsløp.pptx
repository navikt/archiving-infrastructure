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3DB72-3661-DB45-B471-02FAAF9028FF}" v="13" dt="2026-01-29T13:21:36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ngstad, Nils-Arne" userId="20d8a501-927c-4e6c-a563-959c65e49d24" providerId="ADAL" clId="{B34BCC95-9580-54BC-8AAC-FFBF04B7E96B}"/>
    <pc:docChg chg="modSld">
      <pc:chgData name="Ringstad, Nils-Arne" userId="20d8a501-927c-4e6c-a563-959c65e49d24" providerId="ADAL" clId="{B34BCC95-9580-54BC-8AAC-FFBF04B7E96B}" dt="2026-01-29T13:21:48.152" v="105" actId="14100"/>
      <pc:docMkLst>
        <pc:docMk/>
      </pc:docMkLst>
      <pc:sldChg chg="addSp modSp mod">
        <pc:chgData name="Ringstad, Nils-Arne" userId="20d8a501-927c-4e6c-a563-959c65e49d24" providerId="ADAL" clId="{B34BCC95-9580-54BC-8AAC-FFBF04B7E96B}" dt="2026-01-29T13:21:48.152" v="105" actId="14100"/>
        <pc:sldMkLst>
          <pc:docMk/>
          <pc:sldMk cId="3645149017" sldId="256"/>
        </pc:sldMkLst>
        <pc:spChg chg="add mod">
          <ac:chgData name="Ringstad, Nils-Arne" userId="20d8a501-927c-4e6c-a563-959c65e49d24" providerId="ADAL" clId="{B34BCC95-9580-54BC-8AAC-FFBF04B7E96B}" dt="2026-01-29T09:26:45.646" v="15" actId="20577"/>
          <ac:spMkLst>
            <pc:docMk/>
            <pc:sldMk cId="3645149017" sldId="256"/>
            <ac:spMk id="2" creationId="{C3D9300F-E000-F291-5516-D44AD249CA39}"/>
          </ac:spMkLst>
        </pc:spChg>
        <pc:spChg chg="add mod">
          <ac:chgData name="Ringstad, Nils-Arne" userId="20d8a501-927c-4e6c-a563-959c65e49d24" providerId="ADAL" clId="{B34BCC95-9580-54BC-8AAC-FFBF04B7E96B}" dt="2026-01-29T09:26:58.795" v="17" actId="1076"/>
          <ac:spMkLst>
            <pc:docMk/>
            <pc:sldMk cId="3645149017" sldId="256"/>
            <ac:spMk id="3" creationId="{672735A2-BFA0-6AD6-148B-2EC831BD3D1C}"/>
          </ac:spMkLst>
        </pc:spChg>
        <pc:spChg chg="mod">
          <ac:chgData name="Ringstad, Nils-Arne" userId="20d8a501-927c-4e6c-a563-959c65e49d24" providerId="ADAL" clId="{B34BCC95-9580-54BC-8AAC-FFBF04B7E96B}" dt="2026-01-29T13:20:18.313" v="76"/>
          <ac:spMkLst>
            <pc:docMk/>
            <pc:sldMk cId="3645149017" sldId="256"/>
            <ac:spMk id="5" creationId="{192EEEE9-5ACC-0013-FC82-F36D953D47B7}"/>
          </ac:spMkLst>
        </pc:spChg>
        <pc:spChg chg="mod">
          <ac:chgData name="Ringstad, Nils-Arne" userId="20d8a501-927c-4e6c-a563-959c65e49d24" providerId="ADAL" clId="{B34BCC95-9580-54BC-8AAC-FFBF04B7E96B}" dt="2026-01-29T09:27:07.248" v="18" actId="14100"/>
          <ac:spMkLst>
            <pc:docMk/>
            <pc:sldMk cId="3645149017" sldId="256"/>
            <ac:spMk id="6" creationId="{5DC4B5FA-9E9C-3C6E-17AB-35AFAC668BB9}"/>
          </ac:spMkLst>
        </pc:spChg>
        <pc:spChg chg="mod">
          <ac:chgData name="Ringstad, Nils-Arne" userId="20d8a501-927c-4e6c-a563-959c65e49d24" providerId="ADAL" clId="{B34BCC95-9580-54BC-8AAC-FFBF04B7E96B}" dt="2026-01-29T09:29:07.715" v="33" actId="1076"/>
          <ac:spMkLst>
            <pc:docMk/>
            <pc:sldMk cId="3645149017" sldId="256"/>
            <ac:spMk id="7" creationId="{520D7804-A2AB-5D3C-EB4F-D445F61A171A}"/>
          </ac:spMkLst>
        </pc:spChg>
        <pc:spChg chg="mod">
          <ac:chgData name="Ringstad, Nils-Arne" userId="20d8a501-927c-4e6c-a563-959c65e49d24" providerId="ADAL" clId="{B34BCC95-9580-54BC-8AAC-FFBF04B7E96B}" dt="2026-01-29T09:30:40.264" v="44" actId="1076"/>
          <ac:spMkLst>
            <pc:docMk/>
            <pc:sldMk cId="3645149017" sldId="256"/>
            <ac:spMk id="10" creationId="{FAF9CA58-AE82-F092-8AE8-880B92ECAE36}"/>
          </ac:spMkLst>
        </pc:spChg>
        <pc:spChg chg="mod">
          <ac:chgData name="Ringstad, Nils-Arne" userId="20d8a501-927c-4e6c-a563-959c65e49d24" providerId="ADAL" clId="{B34BCC95-9580-54BC-8AAC-FFBF04B7E96B}" dt="2026-01-29T09:32:38.757" v="55" actId="1076"/>
          <ac:spMkLst>
            <pc:docMk/>
            <pc:sldMk cId="3645149017" sldId="256"/>
            <ac:spMk id="11" creationId="{E3601618-2DE9-6168-FA1C-7DB858664901}"/>
          </ac:spMkLst>
        </pc:spChg>
        <pc:spChg chg="mod">
          <ac:chgData name="Ringstad, Nils-Arne" userId="20d8a501-927c-4e6c-a563-959c65e49d24" providerId="ADAL" clId="{B34BCC95-9580-54BC-8AAC-FFBF04B7E96B}" dt="2026-01-29T09:31:54.011" v="50" actId="1076"/>
          <ac:spMkLst>
            <pc:docMk/>
            <pc:sldMk cId="3645149017" sldId="256"/>
            <ac:spMk id="13" creationId="{E9DB0AE4-B495-2756-117F-96788EE691CD}"/>
          </ac:spMkLst>
        </pc:spChg>
        <pc:spChg chg="add mod">
          <ac:chgData name="Ringstad, Nils-Arne" userId="20d8a501-927c-4e6c-a563-959c65e49d24" providerId="ADAL" clId="{B34BCC95-9580-54BC-8AAC-FFBF04B7E96B}" dt="2026-01-29T09:33:22.080" v="63" actId="20577"/>
          <ac:spMkLst>
            <pc:docMk/>
            <pc:sldMk cId="3645149017" sldId="256"/>
            <ac:spMk id="33" creationId="{4AA9258B-FFEE-C332-917F-BA1B8E32EB7B}"/>
          </ac:spMkLst>
        </pc:spChg>
        <pc:spChg chg="add mod">
          <ac:chgData name="Ringstad, Nils-Arne" userId="20d8a501-927c-4e6c-a563-959c65e49d24" providerId="ADAL" clId="{B34BCC95-9580-54BC-8AAC-FFBF04B7E96B}" dt="2026-01-29T13:20:52.109" v="93" actId="20577"/>
          <ac:spMkLst>
            <pc:docMk/>
            <pc:sldMk cId="3645149017" sldId="256"/>
            <ac:spMk id="64" creationId="{B4009343-95D7-C4B5-FA0D-C95C3B6A3951}"/>
          </ac:spMkLst>
        </pc:spChg>
        <pc:spChg chg="add mod">
          <ac:chgData name="Ringstad, Nils-Arne" userId="20d8a501-927c-4e6c-a563-959c65e49d24" providerId="ADAL" clId="{B34BCC95-9580-54BC-8AAC-FFBF04B7E96B}" dt="2026-01-29T13:21:09.406" v="96" actId="1076"/>
          <ac:spMkLst>
            <pc:docMk/>
            <pc:sldMk cId="3645149017" sldId="256"/>
            <ac:spMk id="66" creationId="{AE9B10D8-9263-C74E-2898-6F25B3A073C2}"/>
          </ac:spMkLst>
        </pc:spChg>
        <pc:spChg chg="mod">
          <ac:chgData name="Ringstad, Nils-Arne" userId="20d8a501-927c-4e6c-a563-959c65e49d24" providerId="ADAL" clId="{B34BCC95-9580-54BC-8AAC-FFBF04B7E96B}" dt="2026-01-29T13:07:29.369" v="75" actId="255"/>
          <ac:spMkLst>
            <pc:docMk/>
            <pc:sldMk cId="3645149017" sldId="256"/>
            <ac:spMk id="68" creationId="{FBBE4833-E24B-3E61-261F-A65498475C2F}"/>
          </ac:spMkLst>
        </pc:spChg>
        <pc:spChg chg="mod">
          <ac:chgData name="Ringstad, Nils-Arne" userId="20d8a501-927c-4e6c-a563-959c65e49d24" providerId="ADAL" clId="{B34BCC95-9580-54BC-8AAC-FFBF04B7E96B}" dt="2026-01-29T12:02:55.096" v="74" actId="255"/>
          <ac:spMkLst>
            <pc:docMk/>
            <pc:sldMk cId="3645149017" sldId="256"/>
            <ac:spMk id="84" creationId="{397597AD-A30B-6CBE-EB51-43AE97773E25}"/>
          </ac:spMkLst>
        </pc:spChg>
        <pc:cxnChg chg="mod">
          <ac:chgData name="Ringstad, Nils-Arne" userId="20d8a501-927c-4e6c-a563-959c65e49d24" providerId="ADAL" clId="{B34BCC95-9580-54BC-8AAC-FFBF04B7E96B}" dt="2026-01-29T09:32:38.757" v="55" actId="1076"/>
          <ac:cxnSpMkLst>
            <pc:docMk/>
            <pc:sldMk cId="3645149017" sldId="256"/>
            <ac:cxnSpMk id="15" creationId="{63D1AA99-E32C-E190-79A9-62EC75054B6C}"/>
          </ac:cxnSpMkLst>
        </pc:cxnChg>
        <pc:cxnChg chg="mod">
          <ac:chgData name="Ringstad, Nils-Arne" userId="20d8a501-927c-4e6c-a563-959c65e49d24" providerId="ADAL" clId="{B34BCC95-9580-54BC-8AAC-FFBF04B7E96B}" dt="2026-01-29T09:32:38.757" v="55" actId="1076"/>
          <ac:cxnSpMkLst>
            <pc:docMk/>
            <pc:sldMk cId="3645149017" sldId="256"/>
            <ac:cxnSpMk id="18" creationId="{D5511800-7F3B-AABA-1504-548579ABEC14}"/>
          </ac:cxnSpMkLst>
        </pc:cxnChg>
        <pc:cxnChg chg="add mod">
          <ac:chgData name="Ringstad, Nils-Arne" userId="20d8a501-927c-4e6c-a563-959c65e49d24" providerId="ADAL" clId="{B34BCC95-9580-54BC-8AAC-FFBF04B7E96B}" dt="2026-01-29T09:27:24.660" v="22" actId="14100"/>
          <ac:cxnSpMkLst>
            <pc:docMk/>
            <pc:sldMk cId="3645149017" sldId="256"/>
            <ac:cxnSpMk id="20" creationId="{E3CEAA58-F297-676D-449D-4718A8501312}"/>
          </ac:cxnSpMkLst>
        </pc:cxnChg>
        <pc:cxnChg chg="mod">
          <ac:chgData name="Ringstad, Nils-Arne" userId="20d8a501-927c-4e6c-a563-959c65e49d24" providerId="ADAL" clId="{B34BCC95-9580-54BC-8AAC-FFBF04B7E96B}" dt="2026-01-29T09:32:26.932" v="54" actId="14100"/>
          <ac:cxnSpMkLst>
            <pc:docMk/>
            <pc:sldMk cId="3645149017" sldId="256"/>
            <ac:cxnSpMk id="22" creationId="{39125351-8D3C-DF60-134B-2516876F200C}"/>
          </ac:cxnSpMkLst>
        </pc:cxnChg>
        <pc:cxnChg chg="mod">
          <ac:chgData name="Ringstad, Nils-Arne" userId="20d8a501-927c-4e6c-a563-959c65e49d24" providerId="ADAL" clId="{B34BCC95-9580-54BC-8AAC-FFBF04B7E96B}" dt="2026-01-29T09:32:21.611" v="53" actId="1076"/>
          <ac:cxnSpMkLst>
            <pc:docMk/>
            <pc:sldMk cId="3645149017" sldId="256"/>
            <ac:cxnSpMk id="24" creationId="{1B763FDE-95DE-DF41-8666-1486991AA2A0}"/>
          </ac:cxnSpMkLst>
        </pc:cxnChg>
        <pc:cxnChg chg="add mod">
          <ac:chgData name="Ringstad, Nils-Arne" userId="20d8a501-927c-4e6c-a563-959c65e49d24" providerId="ADAL" clId="{B34BCC95-9580-54BC-8AAC-FFBF04B7E96B}" dt="2026-01-29T09:27:54.223" v="27" actId="14100"/>
          <ac:cxnSpMkLst>
            <pc:docMk/>
            <pc:sldMk cId="3645149017" sldId="256"/>
            <ac:cxnSpMk id="25" creationId="{BA3A2FBF-4507-81D6-B840-02E754BAAB99}"/>
          </ac:cxnSpMkLst>
        </pc:cxnChg>
        <pc:cxnChg chg="add mod">
          <ac:chgData name="Ringstad, Nils-Arne" userId="20d8a501-927c-4e6c-a563-959c65e49d24" providerId="ADAL" clId="{B34BCC95-9580-54BC-8AAC-FFBF04B7E96B}" dt="2026-01-29T09:33:00.459" v="59" actId="14100"/>
          <ac:cxnSpMkLst>
            <pc:docMk/>
            <pc:sldMk cId="3645149017" sldId="256"/>
            <ac:cxnSpMk id="56" creationId="{7823E403-9268-0580-CD2F-404E0C8AE845}"/>
          </ac:cxnSpMkLst>
        </pc:cxnChg>
        <pc:cxnChg chg="mod">
          <ac:chgData name="Ringstad, Nils-Arne" userId="20d8a501-927c-4e6c-a563-959c65e49d24" providerId="ADAL" clId="{B34BCC95-9580-54BC-8AAC-FFBF04B7E96B}" dt="2026-01-29T09:30:40.264" v="44" actId="1076"/>
          <ac:cxnSpMkLst>
            <pc:docMk/>
            <pc:sldMk cId="3645149017" sldId="256"/>
            <ac:cxnSpMk id="58" creationId="{3F46F71F-F230-8037-0505-67EE39FEF0B7}"/>
          </ac:cxnSpMkLst>
        </pc:cxnChg>
        <pc:cxnChg chg="add mod">
          <ac:chgData name="Ringstad, Nils-Arne" userId="20d8a501-927c-4e6c-a563-959c65e49d24" providerId="ADAL" clId="{B34BCC95-9580-54BC-8AAC-FFBF04B7E96B}" dt="2026-01-29T09:33:13.399" v="62" actId="14100"/>
          <ac:cxnSpMkLst>
            <pc:docMk/>
            <pc:sldMk cId="3645149017" sldId="256"/>
            <ac:cxnSpMk id="61" creationId="{8509B632-364C-1495-5BC3-EBB456583276}"/>
          </ac:cxnSpMkLst>
        </pc:cxnChg>
        <pc:cxnChg chg="mod">
          <ac:chgData name="Ringstad, Nils-Arne" userId="20d8a501-927c-4e6c-a563-959c65e49d24" providerId="ADAL" clId="{B34BCC95-9580-54BC-8AAC-FFBF04B7E96B}" dt="2026-01-29T09:30:40.264" v="44" actId="1076"/>
          <ac:cxnSpMkLst>
            <pc:docMk/>
            <pc:sldMk cId="3645149017" sldId="256"/>
            <ac:cxnSpMk id="65" creationId="{57CD8E4E-194D-8677-2EDB-5894BA300F15}"/>
          </ac:cxnSpMkLst>
        </pc:cxnChg>
        <pc:cxnChg chg="add mod">
          <ac:chgData name="Ringstad, Nils-Arne" userId="20d8a501-927c-4e6c-a563-959c65e49d24" providerId="ADAL" clId="{B34BCC95-9580-54BC-8AAC-FFBF04B7E96B}" dt="2026-01-29T13:21:33.049" v="101" actId="14100"/>
          <ac:cxnSpMkLst>
            <pc:docMk/>
            <pc:sldMk cId="3645149017" sldId="256"/>
            <ac:cxnSpMk id="67" creationId="{56D6C19F-C47E-BCBC-3F4C-CC63C2991D3E}"/>
          </ac:cxnSpMkLst>
        </pc:cxnChg>
        <pc:cxnChg chg="mod">
          <ac:chgData name="Ringstad, Nils-Arne" userId="20d8a501-927c-4e6c-a563-959c65e49d24" providerId="ADAL" clId="{B34BCC95-9580-54BC-8AAC-FFBF04B7E96B}" dt="2026-01-29T09:27:07.248" v="18" actId="14100"/>
          <ac:cxnSpMkLst>
            <pc:docMk/>
            <pc:sldMk cId="3645149017" sldId="256"/>
            <ac:cxnSpMk id="72" creationId="{32689983-4C3F-462A-651E-1F7328EFBC3A}"/>
          </ac:cxnSpMkLst>
        </pc:cxnChg>
        <pc:cxnChg chg="add mod">
          <ac:chgData name="Ringstad, Nils-Arne" userId="20d8a501-927c-4e6c-a563-959c65e49d24" providerId="ADAL" clId="{B34BCC95-9580-54BC-8AAC-FFBF04B7E96B}" dt="2026-01-29T13:21:48.152" v="105" actId="14100"/>
          <ac:cxnSpMkLst>
            <pc:docMk/>
            <pc:sldMk cId="3645149017" sldId="256"/>
            <ac:cxnSpMk id="73" creationId="{1A87D802-64D4-2922-1E62-125B4C8A8540}"/>
          </ac:cxnSpMkLst>
        </pc:cxnChg>
        <pc:cxnChg chg="mod">
          <ac:chgData name="Ringstad, Nils-Arne" userId="20d8a501-927c-4e6c-a563-959c65e49d24" providerId="ADAL" clId="{B34BCC95-9580-54BC-8AAC-FFBF04B7E96B}" dt="2026-01-29T09:27:07.248" v="18" actId="14100"/>
          <ac:cxnSpMkLst>
            <pc:docMk/>
            <pc:sldMk cId="3645149017" sldId="256"/>
            <ac:cxnSpMk id="76" creationId="{D469AE10-FC42-CEEB-17EA-27338F0AD87A}"/>
          </ac:cxnSpMkLst>
        </pc:cxnChg>
        <pc:cxnChg chg="mod">
          <ac:chgData name="Ringstad, Nils-Arne" userId="20d8a501-927c-4e6c-a563-959c65e49d24" providerId="ADAL" clId="{B34BCC95-9580-54BC-8AAC-FFBF04B7E96B}" dt="2026-01-29T09:28:53.450" v="31" actId="1076"/>
          <ac:cxnSpMkLst>
            <pc:docMk/>
            <pc:sldMk cId="3645149017" sldId="256"/>
            <ac:cxnSpMk id="86" creationId="{A344872B-3F8F-5CE7-EBBA-B1F0573029D7}"/>
          </ac:cxnSpMkLst>
        </pc:cxnChg>
        <pc:cxnChg chg="mod">
          <ac:chgData name="Ringstad, Nils-Arne" userId="20d8a501-927c-4e6c-a563-959c65e49d24" providerId="ADAL" clId="{B34BCC95-9580-54BC-8AAC-FFBF04B7E96B}" dt="2026-01-29T09:29:07.715" v="33" actId="1076"/>
          <ac:cxnSpMkLst>
            <pc:docMk/>
            <pc:sldMk cId="3645149017" sldId="256"/>
            <ac:cxnSpMk id="88" creationId="{EB1E6A14-4896-4D97-69D7-C7E8C037CB7D}"/>
          </ac:cxnSpMkLst>
        </pc:cxnChg>
        <pc:cxnChg chg="mod">
          <ac:chgData name="Ringstad, Nils-Arne" userId="20d8a501-927c-4e6c-a563-959c65e49d24" providerId="ADAL" clId="{B34BCC95-9580-54BC-8AAC-FFBF04B7E96B}" dt="2026-01-29T09:29:15.659" v="34" actId="14100"/>
          <ac:cxnSpMkLst>
            <pc:docMk/>
            <pc:sldMk cId="3645149017" sldId="256"/>
            <ac:cxnSpMk id="92" creationId="{406FCCFB-059A-CE6C-1C04-6A37CB1A5F56}"/>
          </ac:cxnSpMkLst>
        </pc:cxnChg>
        <pc:cxnChg chg="mod">
          <ac:chgData name="Ringstad, Nils-Arne" userId="20d8a501-927c-4e6c-a563-959c65e49d24" providerId="ADAL" clId="{B34BCC95-9580-54BC-8AAC-FFBF04B7E96B}" dt="2026-01-29T09:32:05.735" v="51" actId="14100"/>
          <ac:cxnSpMkLst>
            <pc:docMk/>
            <pc:sldMk cId="3645149017" sldId="256"/>
            <ac:cxnSpMk id="98" creationId="{456EBC66-F886-62C1-2DCD-E5E077A81D98}"/>
          </ac:cxnSpMkLst>
        </pc:cxnChg>
        <pc:cxnChg chg="mod">
          <ac:chgData name="Ringstad, Nils-Arne" userId="20d8a501-927c-4e6c-a563-959c65e49d24" providerId="ADAL" clId="{B34BCC95-9580-54BC-8AAC-FFBF04B7E96B}" dt="2026-01-29T09:27:07.248" v="18" actId="14100"/>
          <ac:cxnSpMkLst>
            <pc:docMk/>
            <pc:sldMk cId="3645149017" sldId="256"/>
            <ac:cxnSpMk id="109" creationId="{489E0436-9354-0F42-75BA-BC143B1B201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FB58674-2EF5-3CCC-2EC2-CFD7056A5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49A6E3E-CF38-5231-A981-078B05289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A0290B2-05F6-7DAB-65FB-38C8AF37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2B8607F-877E-7FC2-06F8-17A7312B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B92C595-5ADD-BF5A-F820-6DFCEDE9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9404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54EE091-B0D0-7666-2013-7F00F939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9E8BC48-67E4-21B8-8925-79C3BBDEF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C621272-3A3A-AF23-F460-ACEFAE5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42BCEA4-A17F-ED4D-E3E9-A9897D482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E91FB36-6886-F834-23BD-F7574D9B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617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A44122E-A90A-68A7-3CCF-41EA5F9EC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8A09257-592E-EC69-FA0E-A971A4127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2F8F5C9-E18B-147C-A1B5-7CE641F16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FD19E95-FE6A-31BB-4436-E4A4B753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2C47378-1024-FF1B-5F4F-3BEDB2C9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9856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0704ED8-CE0F-0D0F-8701-6843F471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22E5808-2BB1-D57B-0150-F141991F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351DF09-6D77-A161-8CD3-0199F3A7B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931FA2C-B77A-6866-2E52-470EA3D5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3CC85FC-E3D2-E8D8-6A5F-7489D709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AD2A5DF-0727-E6B9-489E-38F5D95A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47279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1D72EFD-BC4F-320C-3DDA-411CBA6B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E01B135-9042-50CA-246C-A5C1B3C20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C5C5A405-6F14-6040-E351-342A8B0DD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D160E213-4DBF-78F7-0F17-25AB449A4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53E8AC35-3E96-0A8D-CAFC-76E002A12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9BB93326-1936-5FBE-B4A4-8478E6D5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9607236C-3ACC-AE3E-CB77-6191DDB5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17AF3B8B-0168-50F2-7454-450144C7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6183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F115850-4E5C-641C-47B6-7C7C90E2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F73E0727-32A4-5A58-DD7B-220988A32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5B0D997-B283-F281-DB7E-B315A83DA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DBF98D70-6357-89DD-DD02-DA7E4D909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5986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1FA25A16-7F2A-629A-2CEB-0270D2CA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E3869054-D43B-718E-0790-22FB2036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64FFBB89-4749-ED3B-3F38-0E60D2D4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3720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518E6A9-6145-589C-D231-AA770B75F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FFC1249-D5F7-2E38-B0FF-C16AE32D3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9D8F909-F210-D816-AE42-F7E210BE7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13E50FA-F2CC-26AE-50F3-5B4DE878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5325CC9-4A7C-E1EF-CE9B-9E5594D8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B4369B2-2094-FE6D-38AA-7F1B5A4C5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949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F965B14-98DC-D43F-BDCB-9ADDA258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14FCF5AF-5B3E-7995-CD28-93BC4DB374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0EDC0D2-B68D-9293-1561-6689980B0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D31B7822-0F65-471B-86FB-9348D2C4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2330162B-84B8-B9CB-422B-260C0C38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A70345A-94DA-869E-E78D-48AAF070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038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BA20EE-4C4E-634A-5432-B42C50B3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2647D088-F579-4ADF-F3EA-D9197D3D6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91E8251-A5A8-9306-8B8E-A1D95AC2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2327CE0-237D-D23E-7064-0A246178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6FCAFC9-A31E-B406-8E90-9144C563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0348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3EFC1F03-C12B-1D14-C5CF-B97E05037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3C58B1F3-4134-0E85-2CFA-D29E93ECD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7401956-54FF-E8A9-5E6F-AAE56E95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8F7A5EB-A04A-17CF-D75C-B74B657F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02FA9A7-5E8A-D63E-7A50-938BF44B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8797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E771E5FE-6C80-CFA9-8C0B-EA706689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F579CDD-F550-D3EC-3E05-3C07DE914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42936EC-414C-D338-6006-B525A75F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BEE2D-86C8-1649-B18E-F36ABBBB8E82}" type="datetimeFigureOut">
              <a:rPr lang="nb-NO" smtClean="0"/>
              <a:t>29.01.2026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E8201C2-AE4D-71D7-33A0-B0DA855EF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AE92840-10BE-CD0F-4506-916609F61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A3DA1-E4FA-A24A-96F3-20F1A916F58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9821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461C2AF5-A1A6-C82F-A6B8-815AE29D0491}"/>
              </a:ext>
            </a:extLst>
          </p:cNvPr>
          <p:cNvSpPr/>
          <p:nvPr/>
        </p:nvSpPr>
        <p:spPr>
          <a:xfrm>
            <a:off x="188902" y="958288"/>
            <a:ext cx="1362286" cy="6947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Sendinn-frontend</a:t>
            </a:r>
            <a:endParaRPr lang="nb-NO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192EEEE9-5ACC-0013-FC82-F36D953D47B7}"/>
              </a:ext>
            </a:extLst>
          </p:cNvPr>
          <p:cNvSpPr/>
          <p:nvPr/>
        </p:nvSpPr>
        <p:spPr>
          <a:xfrm>
            <a:off x="233069" y="2293149"/>
            <a:ext cx="1362286" cy="6947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FyllUt</a:t>
            </a:r>
            <a:endParaRPr lang="nb-NO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5DC4B5FA-9E9C-3C6E-17AB-35AFAC668BB9}"/>
              </a:ext>
            </a:extLst>
          </p:cNvPr>
          <p:cNvSpPr/>
          <p:nvPr/>
        </p:nvSpPr>
        <p:spPr>
          <a:xfrm>
            <a:off x="2553162" y="1306407"/>
            <a:ext cx="1691075" cy="9867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Innsending-</a:t>
            </a:r>
            <a:r>
              <a:rPr lang="nb-NO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endParaRPr lang="nb-NO" dirty="0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520D7804-A2AB-5D3C-EB4F-D445F61A171A}"/>
              </a:ext>
            </a:extLst>
          </p:cNvPr>
          <p:cNvSpPr/>
          <p:nvPr/>
        </p:nvSpPr>
        <p:spPr>
          <a:xfrm>
            <a:off x="2512475" y="3708245"/>
            <a:ext cx="1772445" cy="69474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Soknadsmottaker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707A7E6-A8D6-22E8-5218-BA4938924917}"/>
              </a:ext>
            </a:extLst>
          </p:cNvPr>
          <p:cNvSpPr/>
          <p:nvPr/>
        </p:nvSpPr>
        <p:spPr>
          <a:xfrm>
            <a:off x="7735567" y="3697812"/>
            <a:ext cx="1772445" cy="69474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soknadsarkiverer</a:t>
            </a:r>
            <a:endParaRPr lang="nb-NO" dirty="0"/>
          </a:p>
        </p:txBody>
      </p:sp>
      <p:sp>
        <p:nvSpPr>
          <p:cNvPr id="10" name="Sylinder 9">
            <a:extLst>
              <a:ext uri="{FF2B5EF4-FFF2-40B4-BE49-F238E27FC236}">
                <a16:creationId xmlns:a16="http://schemas.microsoft.com/office/drawing/2014/main" id="{FAF9CA58-AE82-F092-8AE8-880B92ECAE36}"/>
              </a:ext>
            </a:extLst>
          </p:cNvPr>
          <p:cNvSpPr/>
          <p:nvPr/>
        </p:nvSpPr>
        <p:spPr>
          <a:xfrm rot="16200000">
            <a:off x="5788167" y="1426665"/>
            <a:ext cx="542870" cy="1943283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Messages</a:t>
            </a:r>
          </a:p>
        </p:txBody>
      </p:sp>
      <p:sp>
        <p:nvSpPr>
          <p:cNvPr id="11" name="Sylinder 10">
            <a:extLst>
              <a:ext uri="{FF2B5EF4-FFF2-40B4-BE49-F238E27FC236}">
                <a16:creationId xmlns:a16="http://schemas.microsoft.com/office/drawing/2014/main" id="{E3601618-2DE9-6168-FA1C-7DB858664901}"/>
              </a:ext>
            </a:extLst>
          </p:cNvPr>
          <p:cNvSpPr/>
          <p:nvPr/>
        </p:nvSpPr>
        <p:spPr>
          <a:xfrm rot="16200000">
            <a:off x="5788166" y="2487083"/>
            <a:ext cx="542870" cy="194328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</a:rPr>
              <a:t>Submission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2" name="Sylinder 11">
            <a:extLst>
              <a:ext uri="{FF2B5EF4-FFF2-40B4-BE49-F238E27FC236}">
                <a16:creationId xmlns:a16="http://schemas.microsoft.com/office/drawing/2014/main" id="{D362AEBD-D995-3DB7-E71A-A4B6EDDFEAA7}"/>
              </a:ext>
            </a:extLst>
          </p:cNvPr>
          <p:cNvSpPr/>
          <p:nvPr/>
        </p:nvSpPr>
        <p:spPr>
          <a:xfrm rot="16200000">
            <a:off x="8499840" y="4435503"/>
            <a:ext cx="542870" cy="1473477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Processing </a:t>
            </a:r>
            <a:r>
              <a:rPr lang="nb-NO" dirty="0" err="1">
                <a:solidFill>
                  <a:schemeClr val="tx1"/>
                </a:solidFill>
              </a:rPr>
              <a:t>Events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13" name="Sylinder 12">
            <a:extLst>
              <a:ext uri="{FF2B5EF4-FFF2-40B4-BE49-F238E27FC236}">
                <a16:creationId xmlns:a16="http://schemas.microsoft.com/office/drawing/2014/main" id="{E9DB0AE4-B495-2756-117F-96788EE691CD}"/>
              </a:ext>
            </a:extLst>
          </p:cNvPr>
          <p:cNvSpPr/>
          <p:nvPr/>
        </p:nvSpPr>
        <p:spPr>
          <a:xfrm rot="16200000">
            <a:off x="8450770" y="5623914"/>
            <a:ext cx="542870" cy="147347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</a:rPr>
              <a:t>Metrics</a:t>
            </a:r>
            <a:endParaRPr lang="nb-NO" dirty="0">
              <a:solidFill>
                <a:schemeClr val="tx1"/>
              </a:solidFill>
            </a:endParaRPr>
          </a:p>
        </p:txBody>
      </p:sp>
      <p:cxnSp>
        <p:nvCxnSpPr>
          <p:cNvPr id="15" name="Rett pil 14">
            <a:extLst>
              <a:ext uri="{FF2B5EF4-FFF2-40B4-BE49-F238E27FC236}">
                <a16:creationId xmlns:a16="http://schemas.microsoft.com/office/drawing/2014/main" id="{63D1AA99-E32C-E190-79A9-62EC75054B6C}"/>
              </a:ext>
            </a:extLst>
          </p:cNvPr>
          <p:cNvCxnSpPr>
            <a:stCxn id="7" idx="3"/>
            <a:endCxn id="11" idx="1"/>
          </p:cNvCxnSpPr>
          <p:nvPr/>
        </p:nvCxnSpPr>
        <p:spPr>
          <a:xfrm flipV="1">
            <a:off x="4284920" y="3458726"/>
            <a:ext cx="803038" cy="596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tt pil 17">
            <a:extLst>
              <a:ext uri="{FF2B5EF4-FFF2-40B4-BE49-F238E27FC236}">
                <a16:creationId xmlns:a16="http://schemas.microsoft.com/office/drawing/2014/main" id="{D5511800-7F3B-AABA-1504-548579ABEC14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7031244" y="3458726"/>
            <a:ext cx="704323" cy="586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tt linje 21">
            <a:extLst>
              <a:ext uri="{FF2B5EF4-FFF2-40B4-BE49-F238E27FC236}">
                <a16:creationId xmlns:a16="http://schemas.microsoft.com/office/drawing/2014/main" id="{39125351-8D3C-DF60-134B-2516876F200C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7735567" y="4045185"/>
            <a:ext cx="0" cy="23154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tt pil 23">
            <a:extLst>
              <a:ext uri="{FF2B5EF4-FFF2-40B4-BE49-F238E27FC236}">
                <a16:creationId xmlns:a16="http://schemas.microsoft.com/office/drawing/2014/main" id="{1B763FDE-95DE-DF41-8666-1486991AA2A0}"/>
              </a:ext>
            </a:extLst>
          </p:cNvPr>
          <p:cNvCxnSpPr>
            <a:cxnSpLocks/>
          </p:cNvCxnSpPr>
          <p:nvPr/>
        </p:nvCxnSpPr>
        <p:spPr>
          <a:xfrm>
            <a:off x="7747037" y="6366161"/>
            <a:ext cx="2684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tt pil 29">
            <a:extLst>
              <a:ext uri="{FF2B5EF4-FFF2-40B4-BE49-F238E27FC236}">
                <a16:creationId xmlns:a16="http://schemas.microsoft.com/office/drawing/2014/main" id="{F0467D53-1D63-C984-7C65-2C14C596D37F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758508" y="5172242"/>
            <a:ext cx="276029" cy="14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Buet linje 31">
            <a:extLst>
              <a:ext uri="{FF2B5EF4-FFF2-40B4-BE49-F238E27FC236}">
                <a16:creationId xmlns:a16="http://schemas.microsoft.com/office/drawing/2014/main" id="{F2D76606-20E7-D5B1-E4AC-E4027531B8CF}"/>
              </a:ext>
            </a:extLst>
          </p:cNvPr>
          <p:cNvCxnSpPr>
            <a:cxnSpLocks/>
            <a:stCxn id="12" idx="3"/>
            <a:endCxn id="8" idx="3"/>
          </p:cNvCxnSpPr>
          <p:nvPr/>
        </p:nvCxnSpPr>
        <p:spPr>
          <a:xfrm flipH="1" flipV="1">
            <a:off x="9508012" y="4045185"/>
            <a:ext cx="2" cy="1127057"/>
          </a:xfrm>
          <a:prstGeom prst="curvedConnector3">
            <a:avLst>
              <a:gd name="adj1" fmla="val -114299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ylinder 34">
            <a:extLst>
              <a:ext uri="{FF2B5EF4-FFF2-40B4-BE49-F238E27FC236}">
                <a16:creationId xmlns:a16="http://schemas.microsoft.com/office/drawing/2014/main" id="{FE407876-B1ED-EFE9-43BD-AB0102A17C2C}"/>
              </a:ext>
            </a:extLst>
          </p:cNvPr>
          <p:cNvSpPr/>
          <p:nvPr/>
        </p:nvSpPr>
        <p:spPr>
          <a:xfrm>
            <a:off x="2162731" y="234778"/>
            <a:ext cx="587255" cy="687303"/>
          </a:xfrm>
          <a:prstGeom prst="can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Db</a:t>
            </a:r>
          </a:p>
        </p:txBody>
      </p:sp>
      <p:sp>
        <p:nvSpPr>
          <p:cNvPr id="36" name="Rektangel 35">
            <a:extLst>
              <a:ext uri="{FF2B5EF4-FFF2-40B4-BE49-F238E27FC236}">
                <a16:creationId xmlns:a16="http://schemas.microsoft.com/office/drawing/2014/main" id="{893B02A7-7C3D-5A4D-3FFD-8A608B4CB8AB}"/>
              </a:ext>
            </a:extLst>
          </p:cNvPr>
          <p:cNvSpPr/>
          <p:nvPr/>
        </p:nvSpPr>
        <p:spPr>
          <a:xfrm>
            <a:off x="10981487" y="3446295"/>
            <a:ext cx="1051524" cy="69474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Joark</a:t>
            </a:r>
            <a:endParaRPr lang="nb-NO" dirty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98585A6-5BA1-8FAA-E04A-B3CA7839FE27}"/>
              </a:ext>
            </a:extLst>
          </p:cNvPr>
          <p:cNvSpPr/>
          <p:nvPr/>
        </p:nvSpPr>
        <p:spPr>
          <a:xfrm>
            <a:off x="10111320" y="2533298"/>
            <a:ext cx="874018" cy="607616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SAF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A11EDBBD-00F8-8A02-431F-193D74D473F2}"/>
              </a:ext>
            </a:extLst>
          </p:cNvPr>
          <p:cNvSpPr/>
          <p:nvPr/>
        </p:nvSpPr>
        <p:spPr>
          <a:xfrm>
            <a:off x="10111320" y="4392557"/>
            <a:ext cx="874018" cy="607616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JP-API</a:t>
            </a:r>
          </a:p>
        </p:txBody>
      </p:sp>
      <p:cxnSp>
        <p:nvCxnSpPr>
          <p:cNvPr id="51" name="Rett pil 50">
            <a:extLst>
              <a:ext uri="{FF2B5EF4-FFF2-40B4-BE49-F238E27FC236}">
                <a16:creationId xmlns:a16="http://schemas.microsoft.com/office/drawing/2014/main" id="{1A8923FE-C6DA-BE7E-A810-45B8929A07B5}"/>
              </a:ext>
            </a:extLst>
          </p:cNvPr>
          <p:cNvCxnSpPr>
            <a:stCxn id="8" idx="3"/>
            <a:endCxn id="49" idx="0"/>
          </p:cNvCxnSpPr>
          <p:nvPr/>
        </p:nvCxnSpPr>
        <p:spPr>
          <a:xfrm>
            <a:off x="9508012" y="4045185"/>
            <a:ext cx="1040317" cy="347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tt pil 52">
            <a:extLst>
              <a:ext uri="{FF2B5EF4-FFF2-40B4-BE49-F238E27FC236}">
                <a16:creationId xmlns:a16="http://schemas.microsoft.com/office/drawing/2014/main" id="{F96D4F0E-62C2-87F9-9AC5-3F458F0CE3F6}"/>
              </a:ext>
            </a:extLst>
          </p:cNvPr>
          <p:cNvCxnSpPr>
            <a:stCxn id="8" idx="3"/>
            <a:endCxn id="37" idx="4"/>
          </p:cNvCxnSpPr>
          <p:nvPr/>
        </p:nvCxnSpPr>
        <p:spPr>
          <a:xfrm flipV="1">
            <a:off x="9508012" y="3140914"/>
            <a:ext cx="1040317" cy="904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ett pil 54">
            <a:extLst>
              <a:ext uri="{FF2B5EF4-FFF2-40B4-BE49-F238E27FC236}">
                <a16:creationId xmlns:a16="http://schemas.microsoft.com/office/drawing/2014/main" id="{A2A91121-D614-1B60-3B4E-3AAA06692E91}"/>
              </a:ext>
            </a:extLst>
          </p:cNvPr>
          <p:cNvCxnSpPr>
            <a:stCxn id="37" idx="6"/>
            <a:endCxn id="36" idx="0"/>
          </p:cNvCxnSpPr>
          <p:nvPr/>
        </p:nvCxnSpPr>
        <p:spPr>
          <a:xfrm>
            <a:off x="10985338" y="2837106"/>
            <a:ext cx="521911" cy="6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tt pil 56">
            <a:extLst>
              <a:ext uri="{FF2B5EF4-FFF2-40B4-BE49-F238E27FC236}">
                <a16:creationId xmlns:a16="http://schemas.microsoft.com/office/drawing/2014/main" id="{1F6B1875-A525-B079-8BDA-A9B2779A2C64}"/>
              </a:ext>
            </a:extLst>
          </p:cNvPr>
          <p:cNvCxnSpPr>
            <a:stCxn id="49" idx="6"/>
            <a:endCxn id="36" idx="2"/>
          </p:cNvCxnSpPr>
          <p:nvPr/>
        </p:nvCxnSpPr>
        <p:spPr>
          <a:xfrm flipV="1">
            <a:off x="10985338" y="4141040"/>
            <a:ext cx="521911" cy="555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Buet linje 57">
            <a:extLst>
              <a:ext uri="{FF2B5EF4-FFF2-40B4-BE49-F238E27FC236}">
                <a16:creationId xmlns:a16="http://schemas.microsoft.com/office/drawing/2014/main" id="{3F46F71F-F230-8037-0505-67EE39FEF0B7}"/>
              </a:ext>
            </a:extLst>
          </p:cNvPr>
          <p:cNvCxnSpPr>
            <a:cxnSpLocks/>
            <a:stCxn id="8" idx="0"/>
            <a:endCxn id="10" idx="3"/>
          </p:cNvCxnSpPr>
          <p:nvPr/>
        </p:nvCxnSpPr>
        <p:spPr>
          <a:xfrm rot="16200000" flipV="1">
            <a:off x="7176764" y="2252786"/>
            <a:ext cx="1299506" cy="159054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Buet linje 64">
            <a:extLst>
              <a:ext uri="{FF2B5EF4-FFF2-40B4-BE49-F238E27FC236}">
                <a16:creationId xmlns:a16="http://schemas.microsoft.com/office/drawing/2014/main" id="{57CD8E4E-194D-8677-2EDB-5894BA300F15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>
          <a:xfrm rot="10800000">
            <a:off x="4244237" y="1799779"/>
            <a:ext cx="843724" cy="5985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Ellipse 67">
            <a:extLst>
              <a:ext uri="{FF2B5EF4-FFF2-40B4-BE49-F238E27FC236}">
                <a16:creationId xmlns:a16="http://schemas.microsoft.com/office/drawing/2014/main" id="{FBBE4833-E24B-3E61-261F-A65498475C2F}"/>
              </a:ext>
            </a:extLst>
          </p:cNvPr>
          <p:cNvSpPr/>
          <p:nvPr/>
        </p:nvSpPr>
        <p:spPr>
          <a:xfrm>
            <a:off x="4303871" y="578430"/>
            <a:ext cx="1657463" cy="6076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dirty="0">
                <a:solidFill>
                  <a:schemeClr val="tx1"/>
                </a:solidFill>
              </a:rPr>
              <a:t>Innsendte</a:t>
            </a:r>
          </a:p>
        </p:txBody>
      </p:sp>
      <p:cxnSp>
        <p:nvCxnSpPr>
          <p:cNvPr id="70" name="Buet linje 69">
            <a:extLst>
              <a:ext uri="{FF2B5EF4-FFF2-40B4-BE49-F238E27FC236}">
                <a16:creationId xmlns:a16="http://schemas.microsoft.com/office/drawing/2014/main" id="{1F42B762-D228-C2F7-BF1D-B6385879E354}"/>
              </a:ext>
            </a:extLst>
          </p:cNvPr>
          <p:cNvCxnSpPr>
            <a:cxnSpLocks/>
            <a:stCxn id="8" idx="0"/>
            <a:endCxn id="68" idx="6"/>
          </p:cNvCxnSpPr>
          <p:nvPr/>
        </p:nvCxnSpPr>
        <p:spPr>
          <a:xfrm rot="16200000" flipV="1">
            <a:off x="5883775" y="959797"/>
            <a:ext cx="2815574" cy="266045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Buet linje 71">
            <a:extLst>
              <a:ext uri="{FF2B5EF4-FFF2-40B4-BE49-F238E27FC236}">
                <a16:creationId xmlns:a16="http://schemas.microsoft.com/office/drawing/2014/main" id="{32689983-4C3F-462A-651E-1F7328EFBC3A}"/>
              </a:ext>
            </a:extLst>
          </p:cNvPr>
          <p:cNvCxnSpPr>
            <a:cxnSpLocks/>
            <a:stCxn id="68" idx="2"/>
            <a:endCxn id="6" idx="0"/>
          </p:cNvCxnSpPr>
          <p:nvPr/>
        </p:nvCxnSpPr>
        <p:spPr>
          <a:xfrm rot="10800000" flipV="1">
            <a:off x="3398701" y="882237"/>
            <a:ext cx="905171" cy="42416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Rett pil 75">
            <a:extLst>
              <a:ext uri="{FF2B5EF4-FFF2-40B4-BE49-F238E27FC236}">
                <a16:creationId xmlns:a16="http://schemas.microsoft.com/office/drawing/2014/main" id="{D469AE10-FC42-CEEB-17EA-27338F0AD87A}"/>
              </a:ext>
            </a:extLst>
          </p:cNvPr>
          <p:cNvCxnSpPr>
            <a:cxnSpLocks/>
            <a:stCxn id="6" idx="0"/>
            <a:endCxn id="35" idx="3"/>
          </p:cNvCxnSpPr>
          <p:nvPr/>
        </p:nvCxnSpPr>
        <p:spPr>
          <a:xfrm flipH="1" flipV="1">
            <a:off x="2456359" y="922081"/>
            <a:ext cx="942341" cy="384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Ellipse 83">
            <a:extLst>
              <a:ext uri="{FF2B5EF4-FFF2-40B4-BE49-F238E27FC236}">
                <a16:creationId xmlns:a16="http://schemas.microsoft.com/office/drawing/2014/main" id="{397597AD-A30B-6CBE-EB51-43AE97773E25}"/>
              </a:ext>
            </a:extLst>
          </p:cNvPr>
          <p:cNvSpPr/>
          <p:nvPr/>
        </p:nvSpPr>
        <p:spPr>
          <a:xfrm>
            <a:off x="2569967" y="2671365"/>
            <a:ext cx="1657463" cy="60761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400" dirty="0" err="1">
                <a:solidFill>
                  <a:schemeClr val="tx1"/>
                </a:solidFill>
              </a:rPr>
              <a:t>submission</a:t>
            </a:r>
            <a:endParaRPr lang="nb-NO" sz="1400" dirty="0">
              <a:solidFill>
                <a:schemeClr val="tx1"/>
              </a:solidFill>
            </a:endParaRPr>
          </a:p>
        </p:txBody>
      </p:sp>
      <p:cxnSp>
        <p:nvCxnSpPr>
          <p:cNvPr id="86" name="Rett pil 85">
            <a:extLst>
              <a:ext uri="{FF2B5EF4-FFF2-40B4-BE49-F238E27FC236}">
                <a16:creationId xmlns:a16="http://schemas.microsoft.com/office/drawing/2014/main" id="{A344872B-3F8F-5CE7-EBBA-B1F0573029D7}"/>
              </a:ext>
            </a:extLst>
          </p:cNvPr>
          <p:cNvCxnSpPr>
            <a:cxnSpLocks/>
            <a:stCxn id="6" idx="2"/>
            <a:endCxn id="84" idx="0"/>
          </p:cNvCxnSpPr>
          <p:nvPr/>
        </p:nvCxnSpPr>
        <p:spPr>
          <a:xfrm flipH="1">
            <a:off x="3398699" y="2293149"/>
            <a:ext cx="1" cy="378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Rett pil 87">
            <a:extLst>
              <a:ext uri="{FF2B5EF4-FFF2-40B4-BE49-F238E27FC236}">
                <a16:creationId xmlns:a16="http://schemas.microsoft.com/office/drawing/2014/main" id="{EB1E6A14-4896-4D97-69D7-C7E8C037CB7D}"/>
              </a:ext>
            </a:extLst>
          </p:cNvPr>
          <p:cNvCxnSpPr>
            <a:cxnSpLocks/>
            <a:stCxn id="84" idx="4"/>
            <a:endCxn id="7" idx="0"/>
          </p:cNvCxnSpPr>
          <p:nvPr/>
        </p:nvCxnSpPr>
        <p:spPr>
          <a:xfrm flipH="1">
            <a:off x="3398698" y="3278981"/>
            <a:ext cx="1" cy="429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Sylinder 88">
            <a:extLst>
              <a:ext uri="{FF2B5EF4-FFF2-40B4-BE49-F238E27FC236}">
                <a16:creationId xmlns:a16="http://schemas.microsoft.com/office/drawing/2014/main" id="{40B33450-D7C0-133E-4E9C-1EA9E62FDCF2}"/>
              </a:ext>
            </a:extLst>
          </p:cNvPr>
          <p:cNvSpPr/>
          <p:nvPr/>
        </p:nvSpPr>
        <p:spPr>
          <a:xfrm rot="16200000">
            <a:off x="4383820" y="4411864"/>
            <a:ext cx="542870" cy="2160919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Utkast</a:t>
            </a:r>
          </a:p>
        </p:txBody>
      </p:sp>
      <p:sp>
        <p:nvSpPr>
          <p:cNvPr id="90" name="Sylinder 89">
            <a:extLst>
              <a:ext uri="{FF2B5EF4-FFF2-40B4-BE49-F238E27FC236}">
                <a16:creationId xmlns:a16="http://schemas.microsoft.com/office/drawing/2014/main" id="{E47B388E-506A-AB23-F218-58520164F121}"/>
              </a:ext>
            </a:extLst>
          </p:cNvPr>
          <p:cNvSpPr/>
          <p:nvPr/>
        </p:nvSpPr>
        <p:spPr>
          <a:xfrm rot="16200000">
            <a:off x="4383821" y="5280192"/>
            <a:ext cx="542870" cy="2160919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Oppgave</a:t>
            </a:r>
          </a:p>
        </p:txBody>
      </p:sp>
      <p:cxnSp>
        <p:nvCxnSpPr>
          <p:cNvPr id="92" name="Rett linje 91">
            <a:extLst>
              <a:ext uri="{FF2B5EF4-FFF2-40B4-BE49-F238E27FC236}">
                <a16:creationId xmlns:a16="http://schemas.microsoft.com/office/drawing/2014/main" id="{406FCCFB-059A-CE6C-1C04-6A37CB1A5F5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398698" y="4402990"/>
            <a:ext cx="22436" cy="1957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Rett pil 93">
            <a:extLst>
              <a:ext uri="{FF2B5EF4-FFF2-40B4-BE49-F238E27FC236}">
                <a16:creationId xmlns:a16="http://schemas.microsoft.com/office/drawing/2014/main" id="{FEA66CBB-BCBA-38B6-AD9A-1B8966275ADF}"/>
              </a:ext>
            </a:extLst>
          </p:cNvPr>
          <p:cNvCxnSpPr>
            <a:endCxn id="89" idx="1"/>
          </p:cNvCxnSpPr>
          <p:nvPr/>
        </p:nvCxnSpPr>
        <p:spPr>
          <a:xfrm>
            <a:off x="3398699" y="5492323"/>
            <a:ext cx="17609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Rett pil 95">
            <a:extLst>
              <a:ext uri="{FF2B5EF4-FFF2-40B4-BE49-F238E27FC236}">
                <a16:creationId xmlns:a16="http://schemas.microsoft.com/office/drawing/2014/main" id="{05A39428-1E9D-7C83-1263-A21A03943232}"/>
              </a:ext>
            </a:extLst>
          </p:cNvPr>
          <p:cNvCxnSpPr>
            <a:endCxn id="90" idx="1"/>
          </p:cNvCxnSpPr>
          <p:nvPr/>
        </p:nvCxnSpPr>
        <p:spPr>
          <a:xfrm>
            <a:off x="3421136" y="6360651"/>
            <a:ext cx="15366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Rett pil 97">
            <a:extLst>
              <a:ext uri="{FF2B5EF4-FFF2-40B4-BE49-F238E27FC236}">
                <a16:creationId xmlns:a16="http://schemas.microsoft.com/office/drawing/2014/main" id="{456EBC66-F886-62C1-2DCD-E5E077A81D9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284920" y="4055618"/>
            <a:ext cx="3700547" cy="2305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Rett pil 99">
            <a:extLst>
              <a:ext uri="{FF2B5EF4-FFF2-40B4-BE49-F238E27FC236}">
                <a16:creationId xmlns:a16="http://schemas.microsoft.com/office/drawing/2014/main" id="{43380868-D021-8ECC-05D5-3C8E3D54B9EF}"/>
              </a:ext>
            </a:extLst>
          </p:cNvPr>
          <p:cNvCxnSpPr>
            <a:cxnSpLocks/>
            <a:stCxn id="5" idx="3"/>
            <a:endCxn id="106" idx="3"/>
          </p:cNvCxnSpPr>
          <p:nvPr/>
        </p:nvCxnSpPr>
        <p:spPr>
          <a:xfrm flipV="1">
            <a:off x="1595355" y="2296373"/>
            <a:ext cx="334845" cy="34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Rett pil 101">
            <a:extLst>
              <a:ext uri="{FF2B5EF4-FFF2-40B4-BE49-F238E27FC236}">
                <a16:creationId xmlns:a16="http://schemas.microsoft.com/office/drawing/2014/main" id="{F569878C-B2C9-7296-CB3B-8D70829F3DE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551188" y="1305661"/>
            <a:ext cx="357983" cy="40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Ellipse 104">
            <a:extLst>
              <a:ext uri="{FF2B5EF4-FFF2-40B4-BE49-F238E27FC236}">
                <a16:creationId xmlns:a16="http://schemas.microsoft.com/office/drawing/2014/main" id="{CE6337B7-C003-EC7A-B4A4-BA4E026D142D}"/>
              </a:ext>
            </a:extLst>
          </p:cNvPr>
          <p:cNvSpPr/>
          <p:nvPr/>
        </p:nvSpPr>
        <p:spPr>
          <a:xfrm>
            <a:off x="1873036" y="1078537"/>
            <a:ext cx="523688" cy="57449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600" dirty="0">
              <a:solidFill>
                <a:schemeClr val="tx1"/>
              </a:solidFill>
            </a:endParaRPr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5BF549F5-1E04-8143-63B4-C3CD6F9E52E3}"/>
              </a:ext>
            </a:extLst>
          </p:cNvPr>
          <p:cNvSpPr/>
          <p:nvPr/>
        </p:nvSpPr>
        <p:spPr>
          <a:xfrm>
            <a:off x="1853508" y="1806010"/>
            <a:ext cx="523688" cy="57449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600" dirty="0">
              <a:solidFill>
                <a:schemeClr val="tx1"/>
              </a:solidFill>
            </a:endParaRPr>
          </a:p>
        </p:txBody>
      </p:sp>
      <p:cxnSp>
        <p:nvCxnSpPr>
          <p:cNvPr id="109" name="Rett pil 108">
            <a:extLst>
              <a:ext uri="{FF2B5EF4-FFF2-40B4-BE49-F238E27FC236}">
                <a16:creationId xmlns:a16="http://schemas.microsoft.com/office/drawing/2014/main" id="{489E0436-9354-0F42-75BA-BC143B1B201D}"/>
              </a:ext>
            </a:extLst>
          </p:cNvPr>
          <p:cNvCxnSpPr>
            <a:cxnSpLocks/>
            <a:stCxn id="105" idx="6"/>
            <a:endCxn id="6" idx="1"/>
          </p:cNvCxnSpPr>
          <p:nvPr/>
        </p:nvCxnSpPr>
        <p:spPr>
          <a:xfrm>
            <a:off x="2396724" y="1365785"/>
            <a:ext cx="156438" cy="433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Rett pil 110">
            <a:extLst>
              <a:ext uri="{FF2B5EF4-FFF2-40B4-BE49-F238E27FC236}">
                <a16:creationId xmlns:a16="http://schemas.microsoft.com/office/drawing/2014/main" id="{75670AC7-C414-7CEF-D862-3820562508E0}"/>
              </a:ext>
            </a:extLst>
          </p:cNvPr>
          <p:cNvCxnSpPr>
            <a:cxnSpLocks/>
            <a:stCxn id="106" idx="6"/>
          </p:cNvCxnSpPr>
          <p:nvPr/>
        </p:nvCxnSpPr>
        <p:spPr>
          <a:xfrm flipV="1">
            <a:off x="2377196" y="1806010"/>
            <a:ext cx="175966" cy="287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ktangel 1">
            <a:extLst>
              <a:ext uri="{FF2B5EF4-FFF2-40B4-BE49-F238E27FC236}">
                <a16:creationId xmlns:a16="http://schemas.microsoft.com/office/drawing/2014/main" id="{C3D9300F-E000-F291-5516-D44AD249CA39}"/>
              </a:ext>
            </a:extLst>
          </p:cNvPr>
          <p:cNvSpPr/>
          <p:nvPr/>
        </p:nvSpPr>
        <p:spPr>
          <a:xfrm>
            <a:off x="233068" y="3645224"/>
            <a:ext cx="1362285" cy="69474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Andre</a:t>
            </a:r>
            <a:endParaRPr lang="nb-NO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72735A2-BFA0-6AD6-148B-2EC831BD3D1C}"/>
              </a:ext>
            </a:extLst>
          </p:cNvPr>
          <p:cNvSpPr/>
          <p:nvPr/>
        </p:nvSpPr>
        <p:spPr>
          <a:xfrm>
            <a:off x="1849623" y="2583621"/>
            <a:ext cx="523688" cy="57449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600" dirty="0">
              <a:solidFill>
                <a:schemeClr val="tx1"/>
              </a:solidFill>
            </a:endParaRPr>
          </a:p>
        </p:txBody>
      </p:sp>
      <p:cxnSp>
        <p:nvCxnSpPr>
          <p:cNvPr id="20" name="Rett pil 19">
            <a:extLst>
              <a:ext uri="{FF2B5EF4-FFF2-40B4-BE49-F238E27FC236}">
                <a16:creationId xmlns:a16="http://schemas.microsoft.com/office/drawing/2014/main" id="{E3CEAA58-F297-676D-449D-4718A8501312}"/>
              </a:ext>
            </a:extLst>
          </p:cNvPr>
          <p:cNvCxnSpPr>
            <a:cxnSpLocks/>
            <a:stCxn id="3" idx="7"/>
            <a:endCxn id="6" idx="1"/>
          </p:cNvCxnSpPr>
          <p:nvPr/>
        </p:nvCxnSpPr>
        <p:spPr>
          <a:xfrm flipV="1">
            <a:off x="2296619" y="1799778"/>
            <a:ext cx="256543" cy="867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tt pil 24">
            <a:extLst>
              <a:ext uri="{FF2B5EF4-FFF2-40B4-BE49-F238E27FC236}">
                <a16:creationId xmlns:a16="http://schemas.microsoft.com/office/drawing/2014/main" id="{BA3A2FBF-4507-81D6-B840-02E754BAAB99}"/>
              </a:ext>
            </a:extLst>
          </p:cNvPr>
          <p:cNvCxnSpPr>
            <a:cxnSpLocks/>
            <a:stCxn id="2" idx="3"/>
            <a:endCxn id="3" idx="3"/>
          </p:cNvCxnSpPr>
          <p:nvPr/>
        </p:nvCxnSpPr>
        <p:spPr>
          <a:xfrm flipV="1">
            <a:off x="1595353" y="3073984"/>
            <a:ext cx="330962" cy="918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ylinder 32">
            <a:extLst>
              <a:ext uri="{FF2B5EF4-FFF2-40B4-BE49-F238E27FC236}">
                <a16:creationId xmlns:a16="http://schemas.microsoft.com/office/drawing/2014/main" id="{4AA9258B-FFEE-C332-917F-BA1B8E32EB7B}"/>
              </a:ext>
            </a:extLst>
          </p:cNvPr>
          <p:cNvSpPr/>
          <p:nvPr/>
        </p:nvSpPr>
        <p:spPr>
          <a:xfrm rot="16200000">
            <a:off x="5776481" y="3256377"/>
            <a:ext cx="542870" cy="194328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dirty="0" err="1">
                <a:solidFill>
                  <a:schemeClr val="tx1"/>
                </a:solidFill>
              </a:rPr>
              <a:t>NoLogin-Submission</a:t>
            </a:r>
            <a:endParaRPr lang="nb-NO" dirty="0">
              <a:solidFill>
                <a:schemeClr val="tx1"/>
              </a:solidFill>
            </a:endParaRPr>
          </a:p>
        </p:txBody>
      </p:sp>
      <p:cxnSp>
        <p:nvCxnSpPr>
          <p:cNvPr id="56" name="Rett pil 55">
            <a:extLst>
              <a:ext uri="{FF2B5EF4-FFF2-40B4-BE49-F238E27FC236}">
                <a16:creationId xmlns:a16="http://schemas.microsoft.com/office/drawing/2014/main" id="{7823E403-9268-0580-CD2F-404E0C8AE845}"/>
              </a:ext>
            </a:extLst>
          </p:cNvPr>
          <p:cNvCxnSpPr>
            <a:cxnSpLocks/>
            <a:stCxn id="7" idx="3"/>
            <a:endCxn id="33" idx="1"/>
          </p:cNvCxnSpPr>
          <p:nvPr/>
        </p:nvCxnSpPr>
        <p:spPr>
          <a:xfrm>
            <a:off x="4284920" y="4055618"/>
            <a:ext cx="791353" cy="172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Rett pil 60">
            <a:extLst>
              <a:ext uri="{FF2B5EF4-FFF2-40B4-BE49-F238E27FC236}">
                <a16:creationId xmlns:a16="http://schemas.microsoft.com/office/drawing/2014/main" id="{8509B632-364C-1495-5BC3-EBB456583276}"/>
              </a:ext>
            </a:extLst>
          </p:cNvPr>
          <p:cNvCxnSpPr>
            <a:cxnSpLocks/>
            <a:stCxn id="33" idx="3"/>
            <a:endCxn id="8" idx="1"/>
          </p:cNvCxnSpPr>
          <p:nvPr/>
        </p:nvCxnSpPr>
        <p:spPr>
          <a:xfrm flipV="1">
            <a:off x="7019559" y="4045185"/>
            <a:ext cx="716008" cy="182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ktangel 63">
            <a:extLst>
              <a:ext uri="{FF2B5EF4-FFF2-40B4-BE49-F238E27FC236}">
                <a16:creationId xmlns:a16="http://schemas.microsoft.com/office/drawing/2014/main" id="{B4009343-95D7-C4B5-FA0D-C95C3B6A3951}"/>
              </a:ext>
            </a:extLst>
          </p:cNvPr>
          <p:cNvSpPr/>
          <p:nvPr/>
        </p:nvSpPr>
        <p:spPr>
          <a:xfrm>
            <a:off x="8145726" y="1305660"/>
            <a:ext cx="1362286" cy="6947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Soknads</a:t>
            </a:r>
            <a:r>
              <a:rPr lang="nb-NO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nb-NO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</a:t>
            </a:r>
            <a:endParaRPr lang="nb-NO" dirty="0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AE9B10D8-9263-C74E-2898-6F25B3A073C2}"/>
              </a:ext>
            </a:extLst>
          </p:cNvPr>
          <p:cNvSpPr/>
          <p:nvPr/>
        </p:nvSpPr>
        <p:spPr>
          <a:xfrm>
            <a:off x="8826869" y="2583621"/>
            <a:ext cx="523688" cy="57449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600" dirty="0">
              <a:solidFill>
                <a:schemeClr val="tx1"/>
              </a:solidFill>
            </a:endParaRPr>
          </a:p>
        </p:txBody>
      </p:sp>
      <p:cxnSp>
        <p:nvCxnSpPr>
          <p:cNvPr id="67" name="Rett pil 66">
            <a:extLst>
              <a:ext uri="{FF2B5EF4-FFF2-40B4-BE49-F238E27FC236}">
                <a16:creationId xmlns:a16="http://schemas.microsoft.com/office/drawing/2014/main" id="{56D6C19F-C47E-BCBC-3F4C-CC63C2991D3E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8826869" y="2000405"/>
            <a:ext cx="261844" cy="583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Rett pil 72">
            <a:extLst>
              <a:ext uri="{FF2B5EF4-FFF2-40B4-BE49-F238E27FC236}">
                <a16:creationId xmlns:a16="http://schemas.microsoft.com/office/drawing/2014/main" id="{1A87D802-64D4-2922-1E62-125B4C8A8540}"/>
              </a:ext>
            </a:extLst>
          </p:cNvPr>
          <p:cNvCxnSpPr>
            <a:cxnSpLocks/>
            <a:stCxn id="66" idx="4"/>
            <a:endCxn id="8" idx="0"/>
          </p:cNvCxnSpPr>
          <p:nvPr/>
        </p:nvCxnSpPr>
        <p:spPr>
          <a:xfrm flipH="1">
            <a:off x="8621790" y="3158117"/>
            <a:ext cx="466923" cy="539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14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166CE65C-6CB5-D3F4-61AC-64B9D26B7BA0}"/>
              </a:ext>
            </a:extLst>
          </p:cNvPr>
          <p:cNvSpPr/>
          <p:nvPr/>
        </p:nvSpPr>
        <p:spPr>
          <a:xfrm>
            <a:off x="1104270" y="121719"/>
            <a:ext cx="878135" cy="5579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Sendinn-frontend</a:t>
            </a:r>
            <a:endParaRPr lang="nb-NO" sz="1200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94DD501-DD64-A9BF-216D-B3D06F13D887}"/>
              </a:ext>
            </a:extLst>
          </p:cNvPr>
          <p:cNvSpPr/>
          <p:nvPr/>
        </p:nvSpPr>
        <p:spPr>
          <a:xfrm>
            <a:off x="188902" y="121721"/>
            <a:ext cx="644647" cy="55790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FyllUt</a:t>
            </a:r>
            <a:endParaRPr lang="nb-NO" sz="1200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49C3C48C-C13C-5E06-7267-B1D071FAE02F}"/>
              </a:ext>
            </a:extLst>
          </p:cNvPr>
          <p:cNvSpPr/>
          <p:nvPr/>
        </p:nvSpPr>
        <p:spPr>
          <a:xfrm>
            <a:off x="2223520" y="87308"/>
            <a:ext cx="1334802" cy="5923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Innsending-</a:t>
            </a:r>
            <a:r>
              <a:rPr lang="nb-NO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endParaRPr lang="nb-NO" sz="1200" dirty="0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F139291-5CE0-EF39-10BE-56742D4D3383}"/>
              </a:ext>
            </a:extLst>
          </p:cNvPr>
          <p:cNvSpPr/>
          <p:nvPr/>
        </p:nvSpPr>
        <p:spPr>
          <a:xfrm>
            <a:off x="3735775" y="72350"/>
            <a:ext cx="1491133" cy="5923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Soknadsmottaker</a:t>
            </a:r>
            <a:endParaRPr lang="nb-NO" sz="1200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FB3C9561-4435-147B-60CB-7F1F86930256}"/>
              </a:ext>
            </a:extLst>
          </p:cNvPr>
          <p:cNvSpPr/>
          <p:nvPr/>
        </p:nvSpPr>
        <p:spPr>
          <a:xfrm>
            <a:off x="5801481" y="64698"/>
            <a:ext cx="1557048" cy="607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soknadsarkiverer</a:t>
            </a:r>
            <a:endParaRPr lang="nb-NO" sz="1200" dirty="0"/>
          </a:p>
        </p:txBody>
      </p:sp>
      <p:sp>
        <p:nvSpPr>
          <p:cNvPr id="9" name="Sylinder 8">
            <a:extLst>
              <a:ext uri="{FF2B5EF4-FFF2-40B4-BE49-F238E27FC236}">
                <a16:creationId xmlns:a16="http://schemas.microsoft.com/office/drawing/2014/main" id="{2F2A75EA-D5CA-EF7B-5843-F3AB10471999}"/>
              </a:ext>
            </a:extLst>
          </p:cNvPr>
          <p:cNvSpPr/>
          <p:nvPr/>
        </p:nvSpPr>
        <p:spPr>
          <a:xfrm rot="16200000">
            <a:off x="3436610" y="387674"/>
            <a:ext cx="383335" cy="1145539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Messages</a:t>
            </a:r>
          </a:p>
        </p:txBody>
      </p:sp>
      <p:sp>
        <p:nvSpPr>
          <p:cNvPr id="10" name="Sylinder 9">
            <a:extLst>
              <a:ext uri="{FF2B5EF4-FFF2-40B4-BE49-F238E27FC236}">
                <a16:creationId xmlns:a16="http://schemas.microsoft.com/office/drawing/2014/main" id="{8E712A37-D331-457B-EFF2-E32345B95691}"/>
              </a:ext>
            </a:extLst>
          </p:cNvPr>
          <p:cNvSpPr/>
          <p:nvPr/>
        </p:nvSpPr>
        <p:spPr>
          <a:xfrm rot="16200000">
            <a:off x="5284544" y="381738"/>
            <a:ext cx="383336" cy="1157415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sz="1200" dirty="0" err="1">
                <a:solidFill>
                  <a:schemeClr val="tx1"/>
                </a:solidFill>
              </a:rPr>
              <a:t>Submission</a:t>
            </a:r>
            <a:endParaRPr lang="nb-NO" sz="1200" dirty="0">
              <a:solidFill>
                <a:schemeClr val="tx1"/>
              </a:solidFill>
            </a:endParaRPr>
          </a:p>
        </p:txBody>
      </p:sp>
      <p:sp>
        <p:nvSpPr>
          <p:cNvPr id="11" name="Sylinder 10">
            <a:extLst>
              <a:ext uri="{FF2B5EF4-FFF2-40B4-BE49-F238E27FC236}">
                <a16:creationId xmlns:a16="http://schemas.microsoft.com/office/drawing/2014/main" id="{545361CB-01F1-C378-B44F-ACECD635410A}"/>
              </a:ext>
            </a:extLst>
          </p:cNvPr>
          <p:cNvSpPr/>
          <p:nvPr/>
        </p:nvSpPr>
        <p:spPr>
          <a:xfrm rot="16200000">
            <a:off x="7087093" y="469220"/>
            <a:ext cx="542872" cy="1141986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Processing </a:t>
            </a:r>
            <a:r>
              <a:rPr lang="nb-NO" sz="1200" dirty="0" err="1">
                <a:solidFill>
                  <a:schemeClr val="tx1"/>
                </a:solidFill>
              </a:rPr>
              <a:t>Events</a:t>
            </a:r>
            <a:endParaRPr lang="nb-NO" sz="1200" dirty="0">
              <a:solidFill>
                <a:schemeClr val="tx1"/>
              </a:solidFill>
            </a:endParaRPr>
          </a:p>
        </p:txBody>
      </p:sp>
      <p:sp>
        <p:nvSpPr>
          <p:cNvPr id="12" name="Sylinder 11">
            <a:extLst>
              <a:ext uri="{FF2B5EF4-FFF2-40B4-BE49-F238E27FC236}">
                <a16:creationId xmlns:a16="http://schemas.microsoft.com/office/drawing/2014/main" id="{4AEB4B24-F0C2-AACB-5627-01CC7CC57926}"/>
              </a:ext>
            </a:extLst>
          </p:cNvPr>
          <p:cNvSpPr/>
          <p:nvPr/>
        </p:nvSpPr>
        <p:spPr>
          <a:xfrm rot="16200000">
            <a:off x="8295244" y="603200"/>
            <a:ext cx="542870" cy="874019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nb-NO" sz="1200" dirty="0" err="1">
                <a:solidFill>
                  <a:schemeClr val="tx1"/>
                </a:solidFill>
              </a:rPr>
              <a:t>Metrics</a:t>
            </a:r>
            <a:endParaRPr lang="nb-NO" sz="1200" dirty="0">
              <a:solidFill>
                <a:schemeClr val="tx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3EFA69E-4937-DCBF-782F-A54413506530}"/>
              </a:ext>
            </a:extLst>
          </p:cNvPr>
          <p:cNvSpPr/>
          <p:nvPr/>
        </p:nvSpPr>
        <p:spPr>
          <a:xfrm>
            <a:off x="9164679" y="72809"/>
            <a:ext cx="874018" cy="607616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SAF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88CAE81-0A4D-3169-7395-B3D9811DF7E7}"/>
              </a:ext>
            </a:extLst>
          </p:cNvPr>
          <p:cNvSpPr/>
          <p:nvPr/>
        </p:nvSpPr>
        <p:spPr>
          <a:xfrm>
            <a:off x="10396256" y="72809"/>
            <a:ext cx="874018" cy="607616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>
                <a:solidFill>
                  <a:schemeClr val="tx1"/>
                </a:solidFill>
              </a:rPr>
              <a:t>JP-API</a:t>
            </a:r>
          </a:p>
        </p:txBody>
      </p:sp>
      <p:cxnSp>
        <p:nvCxnSpPr>
          <p:cNvPr id="53" name="Rett linje 52">
            <a:extLst>
              <a:ext uri="{FF2B5EF4-FFF2-40B4-BE49-F238E27FC236}">
                <a16:creationId xmlns:a16="http://schemas.microsoft.com/office/drawing/2014/main" id="{DA468854-A0ED-01BA-456C-7901B261E8B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11226" y="679623"/>
            <a:ext cx="28324" cy="5624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tt linje 53">
            <a:extLst>
              <a:ext uri="{FF2B5EF4-FFF2-40B4-BE49-F238E27FC236}">
                <a16:creationId xmlns:a16="http://schemas.microsoft.com/office/drawing/2014/main" id="{92EAECB1-B769-46D0-B10E-8C2641319F66}"/>
              </a:ext>
            </a:extLst>
          </p:cNvPr>
          <p:cNvCxnSpPr/>
          <p:nvPr/>
        </p:nvCxnSpPr>
        <p:spPr>
          <a:xfrm>
            <a:off x="1545243" y="643010"/>
            <a:ext cx="0" cy="5571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ett linje 54">
            <a:extLst>
              <a:ext uri="{FF2B5EF4-FFF2-40B4-BE49-F238E27FC236}">
                <a16:creationId xmlns:a16="http://schemas.microsoft.com/office/drawing/2014/main" id="{41E55BB6-03FC-F0A1-9AD8-A82B4570375B}"/>
              </a:ext>
            </a:extLst>
          </p:cNvPr>
          <p:cNvCxnSpPr/>
          <p:nvPr/>
        </p:nvCxnSpPr>
        <p:spPr>
          <a:xfrm>
            <a:off x="2879637" y="679621"/>
            <a:ext cx="0" cy="5571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tt linje 55">
            <a:extLst>
              <a:ext uri="{FF2B5EF4-FFF2-40B4-BE49-F238E27FC236}">
                <a16:creationId xmlns:a16="http://schemas.microsoft.com/office/drawing/2014/main" id="{012E527C-A261-221C-7A60-83E2FB231B2B}"/>
              </a:ext>
            </a:extLst>
          </p:cNvPr>
          <p:cNvCxnSpPr/>
          <p:nvPr/>
        </p:nvCxnSpPr>
        <p:spPr>
          <a:xfrm>
            <a:off x="4467279" y="679621"/>
            <a:ext cx="0" cy="5571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tt linje 56">
            <a:extLst>
              <a:ext uri="{FF2B5EF4-FFF2-40B4-BE49-F238E27FC236}">
                <a16:creationId xmlns:a16="http://schemas.microsoft.com/office/drawing/2014/main" id="{0D7917F1-512E-C3A7-776A-5CA195430DF8}"/>
              </a:ext>
            </a:extLst>
          </p:cNvPr>
          <p:cNvCxnSpPr>
            <a:cxnSpLocks/>
          </p:cNvCxnSpPr>
          <p:nvPr/>
        </p:nvCxnSpPr>
        <p:spPr>
          <a:xfrm>
            <a:off x="5476212" y="1152114"/>
            <a:ext cx="0" cy="50994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ett linje 58">
            <a:extLst>
              <a:ext uri="{FF2B5EF4-FFF2-40B4-BE49-F238E27FC236}">
                <a16:creationId xmlns:a16="http://schemas.microsoft.com/office/drawing/2014/main" id="{E6775E9D-BF6B-19EB-58D5-95CE367C885D}"/>
              </a:ext>
            </a:extLst>
          </p:cNvPr>
          <p:cNvCxnSpPr/>
          <p:nvPr/>
        </p:nvCxnSpPr>
        <p:spPr>
          <a:xfrm>
            <a:off x="6587388" y="679621"/>
            <a:ext cx="0" cy="5571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Rett linje 63">
            <a:extLst>
              <a:ext uri="{FF2B5EF4-FFF2-40B4-BE49-F238E27FC236}">
                <a16:creationId xmlns:a16="http://schemas.microsoft.com/office/drawing/2014/main" id="{5B68C529-5A51-C303-F9F6-C3D89CB070BD}"/>
              </a:ext>
            </a:extLst>
          </p:cNvPr>
          <p:cNvCxnSpPr>
            <a:cxnSpLocks/>
          </p:cNvCxnSpPr>
          <p:nvPr/>
        </p:nvCxnSpPr>
        <p:spPr>
          <a:xfrm>
            <a:off x="7327746" y="1311645"/>
            <a:ext cx="0" cy="49033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Rett linje 65">
            <a:extLst>
              <a:ext uri="{FF2B5EF4-FFF2-40B4-BE49-F238E27FC236}">
                <a16:creationId xmlns:a16="http://schemas.microsoft.com/office/drawing/2014/main" id="{F8480C46-CB6F-54C8-2FB1-D2D7AD247969}"/>
              </a:ext>
            </a:extLst>
          </p:cNvPr>
          <p:cNvCxnSpPr>
            <a:cxnSpLocks/>
          </p:cNvCxnSpPr>
          <p:nvPr/>
        </p:nvCxnSpPr>
        <p:spPr>
          <a:xfrm>
            <a:off x="8567541" y="1311645"/>
            <a:ext cx="0" cy="49033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Rett linje 66">
            <a:extLst>
              <a:ext uri="{FF2B5EF4-FFF2-40B4-BE49-F238E27FC236}">
                <a16:creationId xmlns:a16="http://schemas.microsoft.com/office/drawing/2014/main" id="{1B120C97-9BF4-516B-8C73-5443F0E1F59B}"/>
              </a:ext>
            </a:extLst>
          </p:cNvPr>
          <p:cNvCxnSpPr/>
          <p:nvPr/>
        </p:nvCxnSpPr>
        <p:spPr>
          <a:xfrm>
            <a:off x="9601688" y="679621"/>
            <a:ext cx="0" cy="5571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Rett linje 67">
            <a:extLst>
              <a:ext uri="{FF2B5EF4-FFF2-40B4-BE49-F238E27FC236}">
                <a16:creationId xmlns:a16="http://schemas.microsoft.com/office/drawing/2014/main" id="{E47D8786-0481-3273-B677-81D5EA98AFD9}"/>
              </a:ext>
            </a:extLst>
          </p:cNvPr>
          <p:cNvCxnSpPr/>
          <p:nvPr/>
        </p:nvCxnSpPr>
        <p:spPr>
          <a:xfrm>
            <a:off x="10833265" y="679621"/>
            <a:ext cx="0" cy="5571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Rett pil 69">
            <a:extLst>
              <a:ext uri="{FF2B5EF4-FFF2-40B4-BE49-F238E27FC236}">
                <a16:creationId xmlns:a16="http://schemas.microsoft.com/office/drawing/2014/main" id="{24501D5B-CD69-9348-5161-CA88058ABD03}"/>
              </a:ext>
            </a:extLst>
          </p:cNvPr>
          <p:cNvCxnSpPr/>
          <p:nvPr/>
        </p:nvCxnSpPr>
        <p:spPr>
          <a:xfrm>
            <a:off x="511225" y="1040209"/>
            <a:ext cx="23684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Rett linje 70">
            <a:extLst>
              <a:ext uri="{FF2B5EF4-FFF2-40B4-BE49-F238E27FC236}">
                <a16:creationId xmlns:a16="http://schemas.microsoft.com/office/drawing/2014/main" id="{192E05E6-B5D5-A485-5451-F127361B24CE}"/>
              </a:ext>
            </a:extLst>
          </p:cNvPr>
          <p:cNvCxnSpPr>
            <a:cxnSpLocks/>
          </p:cNvCxnSpPr>
          <p:nvPr/>
        </p:nvCxnSpPr>
        <p:spPr>
          <a:xfrm>
            <a:off x="3628277" y="1115503"/>
            <a:ext cx="0" cy="50994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Rett pil 72">
            <a:extLst>
              <a:ext uri="{FF2B5EF4-FFF2-40B4-BE49-F238E27FC236}">
                <a16:creationId xmlns:a16="http://schemas.microsoft.com/office/drawing/2014/main" id="{AF925019-96BB-D035-DD87-C8EC91088B00}"/>
              </a:ext>
            </a:extLst>
          </p:cNvPr>
          <p:cNvCxnSpPr/>
          <p:nvPr/>
        </p:nvCxnSpPr>
        <p:spPr>
          <a:xfrm>
            <a:off x="1543337" y="1618735"/>
            <a:ext cx="1336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Rett pil 74">
            <a:extLst>
              <a:ext uri="{FF2B5EF4-FFF2-40B4-BE49-F238E27FC236}">
                <a16:creationId xmlns:a16="http://schemas.microsoft.com/office/drawing/2014/main" id="{BE1CAF7B-5755-BAB7-D855-9B300EF50878}"/>
              </a:ext>
            </a:extLst>
          </p:cNvPr>
          <p:cNvCxnSpPr>
            <a:cxnSpLocks/>
          </p:cNvCxnSpPr>
          <p:nvPr/>
        </p:nvCxnSpPr>
        <p:spPr>
          <a:xfrm>
            <a:off x="2879637" y="2347785"/>
            <a:ext cx="15876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Rett pil 76">
            <a:extLst>
              <a:ext uri="{FF2B5EF4-FFF2-40B4-BE49-F238E27FC236}">
                <a16:creationId xmlns:a16="http://schemas.microsoft.com/office/drawing/2014/main" id="{006172B7-2AA0-058C-D161-480AF7A2BEBE}"/>
              </a:ext>
            </a:extLst>
          </p:cNvPr>
          <p:cNvCxnSpPr/>
          <p:nvPr/>
        </p:nvCxnSpPr>
        <p:spPr>
          <a:xfrm>
            <a:off x="5476212" y="2570206"/>
            <a:ext cx="1111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Rett pil 78">
            <a:extLst>
              <a:ext uri="{FF2B5EF4-FFF2-40B4-BE49-F238E27FC236}">
                <a16:creationId xmlns:a16="http://schemas.microsoft.com/office/drawing/2014/main" id="{9DCCB4F9-5170-DF26-B2CC-A0BCB92E3E9B}"/>
              </a:ext>
            </a:extLst>
          </p:cNvPr>
          <p:cNvCxnSpPr/>
          <p:nvPr/>
        </p:nvCxnSpPr>
        <p:spPr>
          <a:xfrm>
            <a:off x="6587388" y="2792627"/>
            <a:ext cx="7403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kstSylinder 81">
            <a:extLst>
              <a:ext uri="{FF2B5EF4-FFF2-40B4-BE49-F238E27FC236}">
                <a16:creationId xmlns:a16="http://schemas.microsoft.com/office/drawing/2014/main" id="{371EF48D-85BB-9543-AC48-7DBE600FAE7F}"/>
              </a:ext>
            </a:extLst>
          </p:cNvPr>
          <p:cNvSpPr txBox="1"/>
          <p:nvPr/>
        </p:nvSpPr>
        <p:spPr>
          <a:xfrm>
            <a:off x="1687045" y="1323408"/>
            <a:ext cx="985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Upload</a:t>
            </a:r>
            <a:r>
              <a:rPr lang="nb-NO" sz="1200" dirty="0"/>
              <a:t> file</a:t>
            </a:r>
          </a:p>
        </p:txBody>
      </p:sp>
      <p:sp>
        <p:nvSpPr>
          <p:cNvPr id="83" name="TekstSylinder 82">
            <a:extLst>
              <a:ext uri="{FF2B5EF4-FFF2-40B4-BE49-F238E27FC236}">
                <a16:creationId xmlns:a16="http://schemas.microsoft.com/office/drawing/2014/main" id="{D5C278CD-8E54-1B95-1896-C2E87C3221AC}"/>
              </a:ext>
            </a:extLst>
          </p:cNvPr>
          <p:cNvSpPr txBox="1"/>
          <p:nvPr/>
        </p:nvSpPr>
        <p:spPr>
          <a:xfrm>
            <a:off x="1698550" y="733119"/>
            <a:ext cx="985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metadata</a:t>
            </a:r>
          </a:p>
        </p:txBody>
      </p:sp>
      <p:cxnSp>
        <p:nvCxnSpPr>
          <p:cNvPr id="84" name="Rett pil 83">
            <a:extLst>
              <a:ext uri="{FF2B5EF4-FFF2-40B4-BE49-F238E27FC236}">
                <a16:creationId xmlns:a16="http://schemas.microsoft.com/office/drawing/2014/main" id="{A6E985DD-8F3E-5D3E-362E-69A3B295EF75}"/>
              </a:ext>
            </a:extLst>
          </p:cNvPr>
          <p:cNvCxnSpPr/>
          <p:nvPr/>
        </p:nvCxnSpPr>
        <p:spPr>
          <a:xfrm>
            <a:off x="1555866" y="1963923"/>
            <a:ext cx="1336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kstSylinder 84">
            <a:extLst>
              <a:ext uri="{FF2B5EF4-FFF2-40B4-BE49-F238E27FC236}">
                <a16:creationId xmlns:a16="http://schemas.microsoft.com/office/drawing/2014/main" id="{6052B413-A124-30CF-086A-C10AA290F77C}"/>
              </a:ext>
            </a:extLst>
          </p:cNvPr>
          <p:cNvSpPr txBox="1"/>
          <p:nvPr/>
        </p:nvSpPr>
        <p:spPr>
          <a:xfrm>
            <a:off x="1707960" y="1721579"/>
            <a:ext cx="985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Send in</a:t>
            </a:r>
          </a:p>
        </p:txBody>
      </p:sp>
      <p:sp>
        <p:nvSpPr>
          <p:cNvPr id="87" name="TekstSylinder 86">
            <a:extLst>
              <a:ext uri="{FF2B5EF4-FFF2-40B4-BE49-F238E27FC236}">
                <a16:creationId xmlns:a16="http://schemas.microsoft.com/office/drawing/2014/main" id="{7B9A3108-54EA-7C34-6CCE-0FC991782854}"/>
              </a:ext>
            </a:extLst>
          </p:cNvPr>
          <p:cNvSpPr txBox="1"/>
          <p:nvPr/>
        </p:nvSpPr>
        <p:spPr>
          <a:xfrm>
            <a:off x="3172359" y="2071558"/>
            <a:ext cx="985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Submit</a:t>
            </a:r>
            <a:r>
              <a:rPr lang="nb-NO" sz="1200" dirty="0"/>
              <a:t> </a:t>
            </a:r>
          </a:p>
        </p:txBody>
      </p:sp>
      <p:cxnSp>
        <p:nvCxnSpPr>
          <p:cNvPr id="89" name="Rett pil 88">
            <a:extLst>
              <a:ext uri="{FF2B5EF4-FFF2-40B4-BE49-F238E27FC236}">
                <a16:creationId xmlns:a16="http://schemas.microsoft.com/office/drawing/2014/main" id="{44D5E489-F61F-CFA0-BB47-E2AAC05CDE82}"/>
              </a:ext>
            </a:extLst>
          </p:cNvPr>
          <p:cNvCxnSpPr/>
          <p:nvPr/>
        </p:nvCxnSpPr>
        <p:spPr>
          <a:xfrm>
            <a:off x="4467279" y="2570206"/>
            <a:ext cx="994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kstSylinder 89">
            <a:extLst>
              <a:ext uri="{FF2B5EF4-FFF2-40B4-BE49-F238E27FC236}">
                <a16:creationId xmlns:a16="http://schemas.microsoft.com/office/drawing/2014/main" id="{ADBA4FB2-B2B5-9EA2-A467-2DFF162A62BE}"/>
              </a:ext>
            </a:extLst>
          </p:cNvPr>
          <p:cNvSpPr txBox="1"/>
          <p:nvPr/>
        </p:nvSpPr>
        <p:spPr>
          <a:xfrm>
            <a:off x="4596017" y="2276473"/>
            <a:ext cx="985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Publish</a:t>
            </a:r>
            <a:r>
              <a:rPr lang="nb-NO" sz="1200" dirty="0"/>
              <a:t> </a:t>
            </a:r>
          </a:p>
        </p:txBody>
      </p:sp>
      <p:sp>
        <p:nvSpPr>
          <p:cNvPr id="91" name="TekstSylinder 90">
            <a:extLst>
              <a:ext uri="{FF2B5EF4-FFF2-40B4-BE49-F238E27FC236}">
                <a16:creationId xmlns:a16="http://schemas.microsoft.com/office/drawing/2014/main" id="{FE9A591A-C62C-BA52-4713-BF7A0A5A57C9}"/>
              </a:ext>
            </a:extLst>
          </p:cNvPr>
          <p:cNvSpPr txBox="1"/>
          <p:nvPr/>
        </p:nvSpPr>
        <p:spPr>
          <a:xfrm>
            <a:off x="5599008" y="2280077"/>
            <a:ext cx="985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Consume</a:t>
            </a:r>
            <a:r>
              <a:rPr lang="nb-NO" sz="1200" dirty="0"/>
              <a:t> </a:t>
            </a:r>
          </a:p>
        </p:txBody>
      </p:sp>
      <p:sp>
        <p:nvSpPr>
          <p:cNvPr id="92" name="TekstSylinder 91">
            <a:extLst>
              <a:ext uri="{FF2B5EF4-FFF2-40B4-BE49-F238E27FC236}">
                <a16:creationId xmlns:a16="http://schemas.microsoft.com/office/drawing/2014/main" id="{2F40EC38-98D1-DCB1-5505-AB2245489B4F}"/>
              </a:ext>
            </a:extLst>
          </p:cNvPr>
          <p:cNvSpPr txBox="1"/>
          <p:nvPr/>
        </p:nvSpPr>
        <p:spPr>
          <a:xfrm>
            <a:off x="6529009" y="2561452"/>
            <a:ext cx="985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RECEIVED </a:t>
            </a:r>
          </a:p>
        </p:txBody>
      </p:sp>
      <p:cxnSp>
        <p:nvCxnSpPr>
          <p:cNvPr id="93" name="Rett pil 92">
            <a:extLst>
              <a:ext uri="{FF2B5EF4-FFF2-40B4-BE49-F238E27FC236}">
                <a16:creationId xmlns:a16="http://schemas.microsoft.com/office/drawing/2014/main" id="{B388D9B0-BAD7-6BAE-1836-D6E2F98D6170}"/>
              </a:ext>
            </a:extLst>
          </p:cNvPr>
          <p:cNvCxnSpPr/>
          <p:nvPr/>
        </p:nvCxnSpPr>
        <p:spPr>
          <a:xfrm>
            <a:off x="6568738" y="3245020"/>
            <a:ext cx="7403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kstSylinder 93">
            <a:extLst>
              <a:ext uri="{FF2B5EF4-FFF2-40B4-BE49-F238E27FC236}">
                <a16:creationId xmlns:a16="http://schemas.microsoft.com/office/drawing/2014/main" id="{F1137511-4DF4-956C-2E02-BA7A140236C6}"/>
              </a:ext>
            </a:extLst>
          </p:cNvPr>
          <p:cNvSpPr txBox="1"/>
          <p:nvPr/>
        </p:nvSpPr>
        <p:spPr>
          <a:xfrm>
            <a:off x="6540265" y="3013845"/>
            <a:ext cx="890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STARTED </a:t>
            </a:r>
          </a:p>
        </p:txBody>
      </p:sp>
      <p:cxnSp>
        <p:nvCxnSpPr>
          <p:cNvPr id="96" name="Rett pil 95">
            <a:extLst>
              <a:ext uri="{FF2B5EF4-FFF2-40B4-BE49-F238E27FC236}">
                <a16:creationId xmlns:a16="http://schemas.microsoft.com/office/drawing/2014/main" id="{8936129D-3D67-B4EA-CB9A-79216F475AF8}"/>
              </a:ext>
            </a:extLst>
          </p:cNvPr>
          <p:cNvCxnSpPr/>
          <p:nvPr/>
        </p:nvCxnSpPr>
        <p:spPr>
          <a:xfrm>
            <a:off x="6587388" y="3665245"/>
            <a:ext cx="301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kstSylinder 96">
            <a:extLst>
              <a:ext uri="{FF2B5EF4-FFF2-40B4-BE49-F238E27FC236}">
                <a16:creationId xmlns:a16="http://schemas.microsoft.com/office/drawing/2014/main" id="{05CA36D3-455D-54CF-7C4F-0FAC118F29DA}"/>
              </a:ext>
            </a:extLst>
          </p:cNvPr>
          <p:cNvSpPr txBox="1"/>
          <p:nvPr/>
        </p:nvSpPr>
        <p:spPr>
          <a:xfrm>
            <a:off x="7574412" y="3388242"/>
            <a:ext cx="890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isArchived</a:t>
            </a:r>
            <a:r>
              <a:rPr lang="nb-NO" sz="1200" dirty="0"/>
              <a:t> </a:t>
            </a:r>
          </a:p>
        </p:txBody>
      </p:sp>
      <p:cxnSp>
        <p:nvCxnSpPr>
          <p:cNvPr id="99" name="Rett pil 98">
            <a:extLst>
              <a:ext uri="{FF2B5EF4-FFF2-40B4-BE49-F238E27FC236}">
                <a16:creationId xmlns:a16="http://schemas.microsoft.com/office/drawing/2014/main" id="{C212D8AC-478A-32EE-F5F0-B02D7B13A169}"/>
              </a:ext>
            </a:extLst>
          </p:cNvPr>
          <p:cNvCxnSpPr/>
          <p:nvPr/>
        </p:nvCxnSpPr>
        <p:spPr>
          <a:xfrm flipH="1">
            <a:off x="2937825" y="4360135"/>
            <a:ext cx="36778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Rett pil 100">
            <a:extLst>
              <a:ext uri="{FF2B5EF4-FFF2-40B4-BE49-F238E27FC236}">
                <a16:creationId xmlns:a16="http://schemas.microsoft.com/office/drawing/2014/main" id="{E165F828-F3E7-FCA3-6037-694018F781E4}"/>
              </a:ext>
            </a:extLst>
          </p:cNvPr>
          <p:cNvCxnSpPr/>
          <p:nvPr/>
        </p:nvCxnSpPr>
        <p:spPr>
          <a:xfrm flipH="1">
            <a:off x="6587388" y="3991232"/>
            <a:ext cx="301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kstSylinder 101">
            <a:extLst>
              <a:ext uri="{FF2B5EF4-FFF2-40B4-BE49-F238E27FC236}">
                <a16:creationId xmlns:a16="http://schemas.microsoft.com/office/drawing/2014/main" id="{97B79567-78FD-811B-431C-0941A08171D5}"/>
              </a:ext>
            </a:extLst>
          </p:cNvPr>
          <p:cNvSpPr txBox="1"/>
          <p:nvPr/>
        </p:nvSpPr>
        <p:spPr>
          <a:xfrm>
            <a:off x="7574412" y="3701856"/>
            <a:ext cx="890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response</a:t>
            </a:r>
            <a:r>
              <a:rPr lang="nb-NO" sz="1200" dirty="0"/>
              <a:t> </a:t>
            </a:r>
          </a:p>
        </p:txBody>
      </p:sp>
      <p:sp>
        <p:nvSpPr>
          <p:cNvPr id="103" name="TekstSylinder 102">
            <a:extLst>
              <a:ext uri="{FF2B5EF4-FFF2-40B4-BE49-F238E27FC236}">
                <a16:creationId xmlns:a16="http://schemas.microsoft.com/office/drawing/2014/main" id="{CDAD6C37-935B-D124-86E7-7A5F0ECCF6FC}"/>
              </a:ext>
            </a:extLst>
          </p:cNvPr>
          <p:cNvSpPr txBox="1"/>
          <p:nvPr/>
        </p:nvSpPr>
        <p:spPr>
          <a:xfrm>
            <a:off x="3833438" y="4083136"/>
            <a:ext cx="890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getFiles</a:t>
            </a:r>
            <a:r>
              <a:rPr lang="nb-NO" sz="1200" dirty="0"/>
              <a:t> </a:t>
            </a:r>
          </a:p>
        </p:txBody>
      </p:sp>
      <p:cxnSp>
        <p:nvCxnSpPr>
          <p:cNvPr id="105" name="Rett pil 104">
            <a:extLst>
              <a:ext uri="{FF2B5EF4-FFF2-40B4-BE49-F238E27FC236}">
                <a16:creationId xmlns:a16="http://schemas.microsoft.com/office/drawing/2014/main" id="{66ECFD5E-8E66-1001-15C8-59E5D43C45DE}"/>
              </a:ext>
            </a:extLst>
          </p:cNvPr>
          <p:cNvCxnSpPr/>
          <p:nvPr/>
        </p:nvCxnSpPr>
        <p:spPr>
          <a:xfrm>
            <a:off x="2890921" y="4831492"/>
            <a:ext cx="36964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kstSylinder 105">
            <a:extLst>
              <a:ext uri="{FF2B5EF4-FFF2-40B4-BE49-F238E27FC236}">
                <a16:creationId xmlns:a16="http://schemas.microsoft.com/office/drawing/2014/main" id="{FC56D0B4-7527-C5C7-B74F-2514CE478BEA}"/>
              </a:ext>
            </a:extLst>
          </p:cNvPr>
          <p:cNvSpPr txBox="1"/>
          <p:nvPr/>
        </p:nvSpPr>
        <p:spPr>
          <a:xfrm>
            <a:off x="3824373" y="4554493"/>
            <a:ext cx="890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response</a:t>
            </a:r>
            <a:r>
              <a:rPr lang="nb-NO" sz="1200" dirty="0"/>
              <a:t> </a:t>
            </a:r>
          </a:p>
        </p:txBody>
      </p:sp>
      <p:cxnSp>
        <p:nvCxnSpPr>
          <p:cNvPr id="108" name="Rett pil 107">
            <a:extLst>
              <a:ext uri="{FF2B5EF4-FFF2-40B4-BE49-F238E27FC236}">
                <a16:creationId xmlns:a16="http://schemas.microsoft.com/office/drawing/2014/main" id="{14B0F1B0-EA71-84E2-1232-F66672124C98}"/>
              </a:ext>
            </a:extLst>
          </p:cNvPr>
          <p:cNvCxnSpPr/>
          <p:nvPr/>
        </p:nvCxnSpPr>
        <p:spPr>
          <a:xfrm>
            <a:off x="6587388" y="4905266"/>
            <a:ext cx="42458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kstSylinder 108">
            <a:extLst>
              <a:ext uri="{FF2B5EF4-FFF2-40B4-BE49-F238E27FC236}">
                <a16:creationId xmlns:a16="http://schemas.microsoft.com/office/drawing/2014/main" id="{D88EA159-26BC-FD17-2A9D-34ECB1807AC8}"/>
              </a:ext>
            </a:extLst>
          </p:cNvPr>
          <p:cNvSpPr txBox="1"/>
          <p:nvPr/>
        </p:nvSpPr>
        <p:spPr>
          <a:xfrm>
            <a:off x="7520612" y="4579274"/>
            <a:ext cx="1644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Create</a:t>
            </a:r>
            <a:r>
              <a:rPr lang="nb-NO" sz="1200" dirty="0"/>
              <a:t> journalpost </a:t>
            </a:r>
          </a:p>
        </p:txBody>
      </p:sp>
      <p:cxnSp>
        <p:nvCxnSpPr>
          <p:cNvPr id="111" name="Rett pil 110">
            <a:extLst>
              <a:ext uri="{FF2B5EF4-FFF2-40B4-BE49-F238E27FC236}">
                <a16:creationId xmlns:a16="http://schemas.microsoft.com/office/drawing/2014/main" id="{E9EC47D2-0EF8-E55C-67E9-E981ADB6DC2A}"/>
              </a:ext>
            </a:extLst>
          </p:cNvPr>
          <p:cNvCxnSpPr/>
          <p:nvPr/>
        </p:nvCxnSpPr>
        <p:spPr>
          <a:xfrm flipH="1">
            <a:off x="6584993" y="5201828"/>
            <a:ext cx="42482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kstSylinder 111">
            <a:extLst>
              <a:ext uri="{FF2B5EF4-FFF2-40B4-BE49-F238E27FC236}">
                <a16:creationId xmlns:a16="http://schemas.microsoft.com/office/drawing/2014/main" id="{DB809CBE-72CF-A93F-A96A-30EADCF649E3}"/>
              </a:ext>
            </a:extLst>
          </p:cNvPr>
          <p:cNvSpPr txBox="1"/>
          <p:nvPr/>
        </p:nvSpPr>
        <p:spPr>
          <a:xfrm>
            <a:off x="7514297" y="4915048"/>
            <a:ext cx="890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response</a:t>
            </a:r>
            <a:r>
              <a:rPr lang="nb-NO" sz="1200" dirty="0"/>
              <a:t> </a:t>
            </a:r>
          </a:p>
        </p:txBody>
      </p:sp>
      <p:cxnSp>
        <p:nvCxnSpPr>
          <p:cNvPr id="114" name="Rett pil 113">
            <a:extLst>
              <a:ext uri="{FF2B5EF4-FFF2-40B4-BE49-F238E27FC236}">
                <a16:creationId xmlns:a16="http://schemas.microsoft.com/office/drawing/2014/main" id="{A135A417-D740-5C18-569F-72B8E3D4A3BD}"/>
              </a:ext>
            </a:extLst>
          </p:cNvPr>
          <p:cNvCxnSpPr>
            <a:cxnSpLocks/>
          </p:cNvCxnSpPr>
          <p:nvPr/>
        </p:nvCxnSpPr>
        <p:spPr>
          <a:xfrm flipH="1">
            <a:off x="3620679" y="5435528"/>
            <a:ext cx="29591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kstSylinder 115">
            <a:extLst>
              <a:ext uri="{FF2B5EF4-FFF2-40B4-BE49-F238E27FC236}">
                <a16:creationId xmlns:a16="http://schemas.microsoft.com/office/drawing/2014/main" id="{52A48E2E-B35C-9747-CD15-A7F52A66FEC8}"/>
              </a:ext>
            </a:extLst>
          </p:cNvPr>
          <p:cNvSpPr txBox="1"/>
          <p:nvPr/>
        </p:nvSpPr>
        <p:spPr>
          <a:xfrm>
            <a:off x="3918969" y="5116828"/>
            <a:ext cx="1489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Archiving</a:t>
            </a:r>
            <a:r>
              <a:rPr lang="nb-NO" sz="1200" dirty="0"/>
              <a:t> status </a:t>
            </a:r>
          </a:p>
        </p:txBody>
      </p:sp>
      <p:cxnSp>
        <p:nvCxnSpPr>
          <p:cNvPr id="118" name="Rett pil 117">
            <a:extLst>
              <a:ext uri="{FF2B5EF4-FFF2-40B4-BE49-F238E27FC236}">
                <a16:creationId xmlns:a16="http://schemas.microsoft.com/office/drawing/2014/main" id="{3ED1CDD2-F931-7F4B-EAB2-884733F4A996}"/>
              </a:ext>
            </a:extLst>
          </p:cNvPr>
          <p:cNvCxnSpPr/>
          <p:nvPr/>
        </p:nvCxnSpPr>
        <p:spPr>
          <a:xfrm flipH="1">
            <a:off x="2872039" y="5559096"/>
            <a:ext cx="7486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kstSylinder 118">
            <a:extLst>
              <a:ext uri="{FF2B5EF4-FFF2-40B4-BE49-F238E27FC236}">
                <a16:creationId xmlns:a16="http://schemas.microsoft.com/office/drawing/2014/main" id="{40704D02-D5A8-C0C3-67FB-9FC0C1EE7125}"/>
              </a:ext>
            </a:extLst>
          </p:cNvPr>
          <p:cNvSpPr txBox="1"/>
          <p:nvPr/>
        </p:nvSpPr>
        <p:spPr>
          <a:xfrm>
            <a:off x="2812937" y="5297028"/>
            <a:ext cx="985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 err="1"/>
              <a:t>Consume</a:t>
            </a:r>
            <a:r>
              <a:rPr lang="nb-NO" sz="1200" dirty="0"/>
              <a:t> </a:t>
            </a:r>
          </a:p>
        </p:txBody>
      </p:sp>
      <p:cxnSp>
        <p:nvCxnSpPr>
          <p:cNvPr id="120" name="Rett pil 119">
            <a:extLst>
              <a:ext uri="{FF2B5EF4-FFF2-40B4-BE49-F238E27FC236}">
                <a16:creationId xmlns:a16="http://schemas.microsoft.com/office/drawing/2014/main" id="{F7683044-BB68-3E05-E9FE-6809406F383A}"/>
              </a:ext>
            </a:extLst>
          </p:cNvPr>
          <p:cNvCxnSpPr/>
          <p:nvPr/>
        </p:nvCxnSpPr>
        <p:spPr>
          <a:xfrm>
            <a:off x="6583597" y="5768625"/>
            <a:ext cx="7403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kstSylinder 120">
            <a:extLst>
              <a:ext uri="{FF2B5EF4-FFF2-40B4-BE49-F238E27FC236}">
                <a16:creationId xmlns:a16="http://schemas.microsoft.com/office/drawing/2014/main" id="{DBFF11EF-2869-A9C2-8F3E-8EE207053176}"/>
              </a:ext>
            </a:extLst>
          </p:cNvPr>
          <p:cNvSpPr txBox="1"/>
          <p:nvPr/>
        </p:nvSpPr>
        <p:spPr>
          <a:xfrm>
            <a:off x="6560376" y="5509302"/>
            <a:ext cx="987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ARCHIVED </a:t>
            </a:r>
          </a:p>
        </p:txBody>
      </p:sp>
      <p:cxnSp>
        <p:nvCxnSpPr>
          <p:cNvPr id="122" name="Rett pil 121">
            <a:extLst>
              <a:ext uri="{FF2B5EF4-FFF2-40B4-BE49-F238E27FC236}">
                <a16:creationId xmlns:a16="http://schemas.microsoft.com/office/drawing/2014/main" id="{B8F05A41-2526-38A5-FF2E-08B6DF938486}"/>
              </a:ext>
            </a:extLst>
          </p:cNvPr>
          <p:cNvCxnSpPr/>
          <p:nvPr/>
        </p:nvCxnSpPr>
        <p:spPr>
          <a:xfrm>
            <a:off x="6589193" y="6165710"/>
            <a:ext cx="7403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kstSylinder 122">
            <a:extLst>
              <a:ext uri="{FF2B5EF4-FFF2-40B4-BE49-F238E27FC236}">
                <a16:creationId xmlns:a16="http://schemas.microsoft.com/office/drawing/2014/main" id="{81EBF62B-C63B-E4D8-EAC8-09E25BBF092A}"/>
              </a:ext>
            </a:extLst>
          </p:cNvPr>
          <p:cNvSpPr txBox="1"/>
          <p:nvPr/>
        </p:nvSpPr>
        <p:spPr>
          <a:xfrm>
            <a:off x="6565972" y="5906387"/>
            <a:ext cx="987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/>
              <a:t>FINISHED </a:t>
            </a:r>
          </a:p>
        </p:txBody>
      </p:sp>
    </p:spTree>
    <p:extLst>
      <p:ext uri="{BB962C8B-B14F-4D97-AF65-F5344CB8AC3E}">
        <p14:creationId xmlns:p14="http://schemas.microsoft.com/office/powerpoint/2010/main" val="3785310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396317e-03ca-4ddd-bc6f-adf29e7f1a41}" enabled="1" method="Standard" siteId="{62366534-1ec3-4962-8869-9b5535279d0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56</Words>
  <Application>Microsoft Macintosh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Office-tema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Ringstad, Nils-Arne</dc:creator>
  <cp:lastModifiedBy>Ringstad, Nils-Arne</cp:lastModifiedBy>
  <cp:revision>1</cp:revision>
  <dcterms:created xsi:type="dcterms:W3CDTF">2024-06-27T12:56:22Z</dcterms:created>
  <dcterms:modified xsi:type="dcterms:W3CDTF">2026-01-29T13:21:51Z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396317e-03ca-4ddd-bc6f-adf29e7f1a41_Enabled">
    <vt:lpwstr>true</vt:lpwstr>
  </property>
  <property fmtid="{D5CDD505-2E9C-101B-9397-08002B2CF9AE}" pid="3" name="MSIP_Label_9396317e-03ca-4ddd-bc6f-adf29e7f1a41_SetDate">
    <vt:lpwstr>2024-06-27T14:03:42Z</vt:lpwstr>
  </property>
  <property fmtid="{D5CDD505-2E9C-101B-9397-08002B2CF9AE}" pid="4" name="MSIP_Label_9396317e-03ca-4ddd-bc6f-adf29e7f1a41_Method">
    <vt:lpwstr>Standard</vt:lpwstr>
  </property>
  <property fmtid="{D5CDD505-2E9C-101B-9397-08002B2CF9AE}" pid="5" name="MSIP_Label_9396317e-03ca-4ddd-bc6f-adf29e7f1a41_Name">
    <vt:lpwstr>9396317e-03ca-4ddd-bc6f-adf29e7f1a41</vt:lpwstr>
  </property>
  <property fmtid="{D5CDD505-2E9C-101B-9397-08002B2CF9AE}" pid="6" name="MSIP_Label_9396317e-03ca-4ddd-bc6f-adf29e7f1a41_SiteId">
    <vt:lpwstr>62366534-1ec3-4962-8869-9b5535279d0b</vt:lpwstr>
  </property>
  <property fmtid="{D5CDD505-2E9C-101B-9397-08002B2CF9AE}" pid="7" name="MSIP_Label_9396317e-03ca-4ddd-bc6f-adf29e7f1a41_ActionId">
    <vt:lpwstr>954912e2-51f9-4455-a824-b5bd1118d9d7</vt:lpwstr>
  </property>
  <property fmtid="{D5CDD505-2E9C-101B-9397-08002B2CF9AE}" pid="8" name="MSIP_Label_9396317e-03ca-4ddd-bc6f-adf29e7f1a41_ContentBits">
    <vt:lpwstr>0</vt:lpwstr>
  </property>
</Properties>
</file>